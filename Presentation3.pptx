
<file path=[Content_Types].xml><?xml version="1.0" encoding="utf-8"?>
<Types xmlns="http://schemas.openxmlformats.org/package/2006/content-types">
  <Default Extension="avif" ContentType="image/av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8"/>
  </p:notesMasterIdLst>
  <p:sldIdLst>
    <p:sldId id="262" r:id="rId2"/>
    <p:sldId id="259" r:id="rId3"/>
    <p:sldId id="260" r:id="rId4"/>
    <p:sldId id="261" r:id="rId5"/>
    <p:sldId id="263" r:id="rId6"/>
    <p:sldId id="256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nkPad" initials="T" lastIdx="1" clrIdx="0">
    <p:extLst>
      <p:ext uri="{19B8F6BF-5375-455C-9EA6-DF929625EA0E}">
        <p15:presenceInfo xmlns:p15="http://schemas.microsoft.com/office/powerpoint/2012/main" userId="ThinkPa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068" autoAdjust="0"/>
  </p:normalViewPr>
  <p:slideViewPr>
    <p:cSldViewPr snapToGrid="0">
      <p:cViewPr varScale="1">
        <p:scale>
          <a:sx n="71" d="100"/>
          <a:sy n="71" d="100"/>
        </p:scale>
        <p:origin x="4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A05706-85BA-4FC9-A5A7-DB0E6ADE46E0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7413FEDA-6960-4A21-93E3-CDBFC983964D}" type="pres">
      <dgm:prSet presAssocID="{68A05706-85BA-4FC9-A5A7-DB0E6ADE46E0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9B8A2DC9-E345-4DC4-93FB-6EEB84FA77E9}" type="presOf" srcId="{68A05706-85BA-4FC9-A5A7-DB0E6ADE46E0}" destId="{7413FEDA-6960-4A21-93E3-CDBFC983964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A05706-85BA-4FC9-A5A7-DB0E6ADE46E0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7413FEDA-6960-4A21-93E3-CDBFC983964D}" type="pres">
      <dgm:prSet presAssocID="{68A05706-85BA-4FC9-A5A7-DB0E6ADE46E0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9B8A2DC9-E345-4DC4-93FB-6EEB84FA77E9}" type="presOf" srcId="{68A05706-85BA-4FC9-A5A7-DB0E6ADE46E0}" destId="{7413FEDA-6960-4A21-93E3-CDBFC983964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A05706-85BA-4FC9-A5A7-DB0E6ADE46E0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7413FEDA-6960-4A21-93E3-CDBFC983964D}" type="pres">
      <dgm:prSet presAssocID="{68A05706-85BA-4FC9-A5A7-DB0E6ADE46E0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9B8A2DC9-E345-4DC4-93FB-6EEB84FA77E9}" type="presOf" srcId="{68A05706-85BA-4FC9-A5A7-DB0E6ADE46E0}" destId="{7413FEDA-6960-4A21-93E3-CDBFC983964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A05706-85BA-4FC9-A5A7-DB0E6ADE46E0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7413FEDA-6960-4A21-93E3-CDBFC983964D}" type="pres">
      <dgm:prSet presAssocID="{68A05706-85BA-4FC9-A5A7-DB0E6ADE46E0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9B8A2DC9-E345-4DC4-93FB-6EEB84FA77E9}" type="presOf" srcId="{68A05706-85BA-4FC9-A5A7-DB0E6ADE46E0}" destId="{7413FEDA-6960-4A21-93E3-CDBFC983964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8A05706-85BA-4FC9-A5A7-DB0E6ADE46E0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7413FEDA-6960-4A21-93E3-CDBFC983964D}" type="pres">
      <dgm:prSet presAssocID="{68A05706-85BA-4FC9-A5A7-DB0E6ADE46E0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9B8A2DC9-E345-4DC4-93FB-6EEB84FA77E9}" type="presOf" srcId="{68A05706-85BA-4FC9-A5A7-DB0E6ADE46E0}" destId="{7413FEDA-6960-4A21-93E3-CDBFC983964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8A05706-85BA-4FC9-A5A7-DB0E6ADE46E0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7413FEDA-6960-4A21-93E3-CDBFC983964D}" type="pres">
      <dgm:prSet presAssocID="{68A05706-85BA-4FC9-A5A7-DB0E6ADE46E0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9B8A2DC9-E345-4DC4-93FB-6EEB84FA77E9}" type="presOf" srcId="{68A05706-85BA-4FC9-A5A7-DB0E6ADE46E0}" destId="{7413FEDA-6960-4A21-93E3-CDBFC983964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A9171-EDFE-44F6-88B2-2EC3DCB83C07}" type="datetimeFigureOut">
              <a:rPr lang="en-ID" smtClean="0"/>
              <a:t>25/12/2025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D4406-FD7C-4D83-B0B9-3334C1A56E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891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D4406-FD7C-4D83-B0B9-3334C1A56E92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36366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D4406-FD7C-4D83-B0B9-3334C1A56E92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4302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D4406-FD7C-4D83-B0B9-3334C1A56E92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29473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D4406-FD7C-4D83-B0B9-3334C1A56E92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7859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D4406-FD7C-4D83-B0B9-3334C1A56E92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0195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D4406-FD7C-4D83-B0B9-3334C1A56E92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6124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4E383-7D90-CAA6-BC1F-C4743E5CC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2A97D0-0ADE-DD4A-F891-3EFC8FCB8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910BB-4D1C-6668-0AC2-EB9FDA6F7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5E74-FF91-402F-B2B6-03F9F471714D}" type="datetimeFigureOut">
              <a:rPr lang="en-ID" smtClean="0"/>
              <a:t>25/12/2025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1EB74-7EF2-070E-514E-0C9C949A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28B0E-6BDB-F44C-32C4-1F3802FA7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254AC-0CB5-4F28-9070-3A400A8666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7114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D7979-81BB-389B-9669-719C8DA8A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026B-C3D9-DB25-CAD5-BB6F913F5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62A51-458B-F465-2497-1DB2D1A8E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5E74-FF91-402F-B2B6-03F9F471714D}" type="datetimeFigureOut">
              <a:rPr lang="en-ID" smtClean="0"/>
              <a:t>25/12/2025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FE803-9D3A-B122-3565-F17F87F2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82D25-6ABB-AD3E-5B11-C36596313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254AC-0CB5-4F28-9070-3A400A8666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8916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CD677-E66B-51F8-5C69-EBBC237F3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BA944-C9DB-E848-A77A-C975DE677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1A8A1-4996-12AD-D457-55CFD0B2E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5E74-FF91-402F-B2B6-03F9F471714D}" type="datetimeFigureOut">
              <a:rPr lang="en-ID" smtClean="0"/>
              <a:t>25/12/2025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15FBF-29B8-0DDA-732D-9DB47932B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99069-A4C6-F32A-073C-F644E39B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254AC-0CB5-4F28-9070-3A400A8666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35138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58E0-3134-B630-A80D-EC2E0ADF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DF80D-81F5-81C8-11D6-178242160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ED860-4670-F9C7-11A9-D0FD82F8D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5E6AC-D672-B18B-94DB-5DCDCACD2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5E74-FF91-402F-B2B6-03F9F471714D}" type="datetimeFigureOut">
              <a:rPr lang="en-ID" smtClean="0"/>
              <a:t>25/12/2025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F6D56-897A-E9B6-9057-8338DC1CE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7C1BA-891A-0693-C90C-D0976FAD7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254AC-0CB5-4F28-9070-3A400A8666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3647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46BF0-58B4-236A-C193-6215B1075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B6B08-F24F-3EA3-259B-6892D05E8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671CC-3010-047E-3EB9-CAA1ED264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7D5280-B04C-08C7-F167-18A51AF89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4526BE-2D14-7C7B-8A26-816274675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23B67-3CBB-0648-7A0D-BB57E0A1A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5E74-FF91-402F-B2B6-03F9F471714D}" type="datetimeFigureOut">
              <a:rPr lang="en-ID" smtClean="0"/>
              <a:t>25/12/2025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417EB-FFBE-402C-DE19-AA7D2549B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C2A4CC-9AD7-A18C-8C45-CB68C2795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254AC-0CB5-4F28-9070-3A400A8666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92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A99FC-E576-BDD3-0AD2-C3E255ED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520E5E-AF72-2C39-0EAF-01C30E76D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5E74-FF91-402F-B2B6-03F9F471714D}" type="datetimeFigureOut">
              <a:rPr lang="en-ID" smtClean="0"/>
              <a:t>25/12/2025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65606-4931-4914-3E15-97E098188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A9E04-F212-6B9F-78DC-44D78BDBB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254AC-0CB5-4F28-9070-3A400A8666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949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F0AC8E-2CED-CC51-AF53-A499DCBB8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5E74-FF91-402F-B2B6-03F9F471714D}" type="datetimeFigureOut">
              <a:rPr lang="en-ID" smtClean="0"/>
              <a:t>25/12/2025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1AF25-917C-59F6-9A1E-E1D5B93C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ABF2F-0DEE-9ADC-D390-2A2D6327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254AC-0CB5-4F28-9070-3A400A8666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03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E6284-C08E-529D-B55B-3938FCDD8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1ADAE-80A6-FE85-00B7-C3C4E7A3C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077C7-9271-F4A9-DC3B-BA282A844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B08CF-248F-0691-0F6D-EB2D8BA5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5E74-FF91-402F-B2B6-03F9F471714D}" type="datetimeFigureOut">
              <a:rPr lang="en-ID" smtClean="0"/>
              <a:t>25/12/2025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93B46-6DA0-78B3-E44A-57D8D4DB7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AE018-711B-6354-B610-FFF35BDEC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254AC-0CB5-4F28-9070-3A400A8666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9401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6ED7B-A75A-64C2-CB6B-3E94E1511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E7E77-317B-2B1D-CDAB-494DEB349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2DA6CD-4589-66A1-E4D7-DBC916B41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5AC0A-CC2A-DBEB-39FF-D365F2AE5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5E74-FF91-402F-B2B6-03F9F471714D}" type="datetimeFigureOut">
              <a:rPr lang="en-ID" smtClean="0"/>
              <a:t>25/12/2025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7BFBF-5E33-7DB9-5B45-E5C5A383A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ECBB9-6811-BCC6-37F0-9B303A88C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254AC-0CB5-4F28-9070-3A400A8666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1399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64B7A-6DAE-35AE-0443-8905EDF7B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5A8697-AA80-746A-053B-7DBFD6693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1DEA1-0A9A-1A20-5690-CB2894450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5E74-FF91-402F-B2B6-03F9F471714D}" type="datetimeFigureOut">
              <a:rPr lang="en-ID" smtClean="0"/>
              <a:t>25/12/2025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C26AE-7229-A3E9-AF00-04E2CC592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F9A1F-3D5C-6AE1-DF4B-D6BF1106D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254AC-0CB5-4F28-9070-3A400A8666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5341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7E4685-3EB6-EBAC-A171-D3C821690A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2B7F8-2610-F1AE-F717-39F493696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B7467-A189-FDB1-AD25-6FDCB5EEC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5E74-FF91-402F-B2B6-03F9F471714D}" type="datetimeFigureOut">
              <a:rPr lang="en-ID" smtClean="0"/>
              <a:t>25/12/2025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0DB34-8CA7-04F4-0A52-F3026C104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B62C2-B3EB-263F-EA82-377EB847A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254AC-0CB5-4F28-9070-3A400A8666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97035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162CF-06EC-D12A-2316-8EEFEFD6D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A83F3-8149-D378-3624-C41917D2A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73C4D-D6B9-B982-282C-2180DA642B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95E74-FF91-402F-B2B6-03F9F471714D}" type="datetimeFigureOut">
              <a:rPr lang="en-ID" smtClean="0"/>
              <a:t>25/12/2025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53ACB-2B58-6108-1540-51CDCF4C3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853D2-2735-D5BF-7623-44CCB234A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254AC-0CB5-4F28-9070-3A400A8666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2399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13" Type="http://schemas.openxmlformats.org/officeDocument/2006/relationships/slide" Target="slide6.xml"/><Relationship Id="rId3" Type="http://schemas.openxmlformats.org/officeDocument/2006/relationships/notesSlide" Target="../notesSlides/notesSlide1.xml"/><Relationship Id="rId7" Type="http://schemas.openxmlformats.org/officeDocument/2006/relationships/slide" Target="slide2.xml"/><Relationship Id="rId12" Type="http://schemas.microsoft.com/office/2007/relationships/diagramDrawing" Target="../diagrams/drawing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slide" Target="slide1.xml"/><Relationship Id="rId11" Type="http://schemas.openxmlformats.org/officeDocument/2006/relationships/diagramColors" Target="../diagrams/colors1.xml"/><Relationship Id="rId5" Type="http://schemas.microsoft.com/office/2007/relationships/hdphoto" Target="../media/hdphoto1.wdp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1.png"/><Relationship Id="rId9" Type="http://schemas.openxmlformats.org/officeDocument/2006/relationships/diagramLayout" Target="../diagrams/layout1.xml"/><Relationship Id="rId14" Type="http://schemas.openxmlformats.org/officeDocument/2006/relationships/slide" Target="slide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13" Type="http://schemas.openxmlformats.org/officeDocument/2006/relationships/slide" Target="slide6.xml"/><Relationship Id="rId3" Type="http://schemas.openxmlformats.org/officeDocument/2006/relationships/notesSlide" Target="../notesSlides/notesSlide2.xml"/><Relationship Id="rId7" Type="http://schemas.openxmlformats.org/officeDocument/2006/relationships/diagramQuickStyle" Target="../diagrams/quickStyle2.xml"/><Relationship Id="rId12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6" Type="http://schemas.openxmlformats.org/officeDocument/2006/relationships/slide" Target="slide3.xml"/><Relationship Id="rId1" Type="http://schemas.openxmlformats.org/officeDocument/2006/relationships/tags" Target="../tags/tag3.xml"/><Relationship Id="rId6" Type="http://schemas.openxmlformats.org/officeDocument/2006/relationships/diagramLayout" Target="../diagrams/layout2.xml"/><Relationship Id="rId11" Type="http://schemas.openxmlformats.org/officeDocument/2006/relationships/hyperlink" Target="https://pixabay.com/nl/container-lading-haven-vracht-489933/" TargetMode="External"/><Relationship Id="rId5" Type="http://schemas.openxmlformats.org/officeDocument/2006/relationships/diagramData" Target="../diagrams/data2.xml"/><Relationship Id="rId15" Type="http://schemas.openxmlformats.org/officeDocument/2006/relationships/slide" Target="slide2.xml"/><Relationship Id="rId10" Type="http://schemas.openxmlformats.org/officeDocument/2006/relationships/image" Target="../media/image3.jpg"/><Relationship Id="rId4" Type="http://schemas.openxmlformats.org/officeDocument/2006/relationships/image" Target="../media/image2.avif"/><Relationship Id="rId9" Type="http://schemas.microsoft.com/office/2007/relationships/diagramDrawing" Target="../diagrams/drawing2.xml"/><Relationship Id="rId1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13" Type="http://schemas.openxmlformats.org/officeDocument/2006/relationships/slide" Target="slide1.xml"/><Relationship Id="rId3" Type="http://schemas.openxmlformats.org/officeDocument/2006/relationships/notesSlide" Target="../notesSlides/notesSlide3.xml"/><Relationship Id="rId7" Type="http://schemas.openxmlformats.org/officeDocument/2006/relationships/diagramQuickStyle" Target="../diagrams/quickStyle3.xml"/><Relationship Id="rId12" Type="http://schemas.openxmlformats.org/officeDocument/2006/relationships/hyperlink" Target="https://pixabay.com/en/airplane-airbus-fly-gravity-wings-316716/" TargetMode="External"/><Relationship Id="rId17" Type="http://schemas.openxmlformats.org/officeDocument/2006/relationships/slide" Target="slide4.xml"/><Relationship Id="rId2" Type="http://schemas.openxmlformats.org/officeDocument/2006/relationships/slideLayout" Target="../slideLayouts/slideLayout7.xml"/><Relationship Id="rId16" Type="http://schemas.openxmlformats.org/officeDocument/2006/relationships/slide" Target="slide2.xml"/><Relationship Id="rId1" Type="http://schemas.openxmlformats.org/officeDocument/2006/relationships/tags" Target="../tags/tag4.xml"/><Relationship Id="rId6" Type="http://schemas.openxmlformats.org/officeDocument/2006/relationships/diagramLayout" Target="../diagrams/layout3.xml"/><Relationship Id="rId11" Type="http://schemas.microsoft.com/office/2007/relationships/hdphoto" Target="../media/hdphoto2.wdp"/><Relationship Id="rId5" Type="http://schemas.openxmlformats.org/officeDocument/2006/relationships/diagramData" Target="../diagrams/data3.xml"/><Relationship Id="rId15" Type="http://schemas.openxmlformats.org/officeDocument/2006/relationships/slide" Target="slide5.xml"/><Relationship Id="rId10" Type="http://schemas.openxmlformats.org/officeDocument/2006/relationships/image" Target="../media/image4.png"/><Relationship Id="rId4" Type="http://schemas.openxmlformats.org/officeDocument/2006/relationships/image" Target="../media/image2.avif"/><Relationship Id="rId9" Type="http://schemas.microsoft.com/office/2007/relationships/diagramDrawing" Target="../diagrams/drawing3.xml"/><Relationship Id="rId14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13" Type="http://schemas.openxmlformats.org/officeDocument/2006/relationships/slide" Target="slide5.xml"/><Relationship Id="rId3" Type="http://schemas.openxmlformats.org/officeDocument/2006/relationships/notesSlide" Target="../notesSlides/notesSlide4.xml"/><Relationship Id="rId7" Type="http://schemas.openxmlformats.org/officeDocument/2006/relationships/diagramQuickStyle" Target="../diagrams/quickStyle4.xml"/><Relationship Id="rId12" Type="http://schemas.openxmlformats.org/officeDocument/2006/relationships/slide" Target="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diagramLayout" Target="../diagrams/layout4.xml"/><Relationship Id="rId11" Type="http://schemas.openxmlformats.org/officeDocument/2006/relationships/slide" Target="slide1.xml"/><Relationship Id="rId5" Type="http://schemas.openxmlformats.org/officeDocument/2006/relationships/diagramData" Target="../diagrams/data4.xml"/><Relationship Id="rId15" Type="http://schemas.openxmlformats.org/officeDocument/2006/relationships/slide" Target="slide3.xml"/><Relationship Id="rId10" Type="http://schemas.openxmlformats.org/officeDocument/2006/relationships/image" Target="../media/image5.webp"/><Relationship Id="rId4" Type="http://schemas.openxmlformats.org/officeDocument/2006/relationships/image" Target="../media/image2.avif"/><Relationship Id="rId9" Type="http://schemas.microsoft.com/office/2007/relationships/diagramDrawing" Target="../diagrams/drawing4.xml"/><Relationship Id="rId1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13" Type="http://schemas.openxmlformats.org/officeDocument/2006/relationships/slide" Target="slide5.xml"/><Relationship Id="rId3" Type="http://schemas.openxmlformats.org/officeDocument/2006/relationships/notesSlide" Target="../notesSlides/notesSlide5.xml"/><Relationship Id="rId7" Type="http://schemas.openxmlformats.org/officeDocument/2006/relationships/diagramLayout" Target="../diagrams/layout5.xml"/><Relationship Id="rId12" Type="http://schemas.openxmlformats.org/officeDocument/2006/relationships/slide" Target="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diagramData" Target="../diagrams/data5.xml"/><Relationship Id="rId11" Type="http://schemas.openxmlformats.org/officeDocument/2006/relationships/slide" Target="slide1.xml"/><Relationship Id="rId5" Type="http://schemas.microsoft.com/office/2007/relationships/hdphoto" Target="../media/hdphoto1.wdp"/><Relationship Id="rId10" Type="http://schemas.microsoft.com/office/2007/relationships/diagramDrawing" Target="../diagrams/drawing5.xml"/><Relationship Id="rId4" Type="http://schemas.openxmlformats.org/officeDocument/2006/relationships/image" Target="../media/image6.png"/><Relationship Id="rId9" Type="http://schemas.openxmlformats.org/officeDocument/2006/relationships/diagramColors" Target="../diagrams/colors5.xml"/><Relationship Id="rId1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6.xml"/><Relationship Id="rId13" Type="http://schemas.openxmlformats.org/officeDocument/2006/relationships/image" Target="../media/image9.png"/><Relationship Id="rId18" Type="http://schemas.openxmlformats.org/officeDocument/2006/relationships/image" Target="../media/image12.svg"/><Relationship Id="rId3" Type="http://schemas.openxmlformats.org/officeDocument/2006/relationships/notesSlide" Target="../notesSlides/notesSlide6.xml"/><Relationship Id="rId21" Type="http://schemas.openxmlformats.org/officeDocument/2006/relationships/slide" Target="slide1.xml"/><Relationship Id="rId7" Type="http://schemas.openxmlformats.org/officeDocument/2006/relationships/diagramLayout" Target="../diagrams/layout6.xml"/><Relationship Id="rId12" Type="http://schemas.openxmlformats.org/officeDocument/2006/relationships/image" Target="../media/image8.sv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6" Type="http://schemas.microsoft.com/office/2007/relationships/hdphoto" Target="../media/hdphoto4.wdp"/><Relationship Id="rId20" Type="http://schemas.openxmlformats.org/officeDocument/2006/relationships/image" Target="../media/image14.svg"/><Relationship Id="rId1" Type="http://schemas.openxmlformats.org/officeDocument/2006/relationships/tags" Target="../tags/tag7.xml"/><Relationship Id="rId6" Type="http://schemas.openxmlformats.org/officeDocument/2006/relationships/diagramData" Target="../diagrams/data6.xml"/><Relationship Id="rId11" Type="http://schemas.openxmlformats.org/officeDocument/2006/relationships/image" Target="../media/image7.png"/><Relationship Id="rId24" Type="http://schemas.openxmlformats.org/officeDocument/2006/relationships/slide" Target="slide2.xml"/><Relationship Id="rId5" Type="http://schemas.microsoft.com/office/2007/relationships/hdphoto" Target="../media/hdphoto1.wdp"/><Relationship Id="rId15" Type="http://schemas.openxmlformats.org/officeDocument/2006/relationships/image" Target="../media/image10.png"/><Relationship Id="rId23" Type="http://schemas.openxmlformats.org/officeDocument/2006/relationships/slide" Target="slide5.xml"/><Relationship Id="rId10" Type="http://schemas.microsoft.com/office/2007/relationships/diagramDrawing" Target="../diagrams/drawing6.xml"/><Relationship Id="rId19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diagramColors" Target="../diagrams/colors6.xml"/><Relationship Id="rId14" Type="http://schemas.microsoft.com/office/2007/relationships/hdphoto" Target="../media/hdphoto3.wdp"/><Relationship Id="rId22" Type="http://schemas.openxmlformats.org/officeDocument/2006/relationships/slide" Target="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7A85A-A945-DE6B-CE36-B66EAE358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37CC28-9095-3C59-7FBD-C5EDD909AC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1076" cy="685800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94A5506-AE30-CB9D-4FA2-F0383929EB2E}"/>
              </a:ext>
            </a:extLst>
          </p:cNvPr>
          <p:cNvSpPr/>
          <p:nvPr/>
        </p:nvSpPr>
        <p:spPr>
          <a:xfrm>
            <a:off x="55808" y="-168382"/>
            <a:ext cx="12231076" cy="1502174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CDCD19-2C5E-29F2-F93E-35846EC2CDAB}"/>
              </a:ext>
            </a:extLst>
          </p:cNvPr>
          <p:cNvSpPr txBox="1"/>
          <p:nvPr/>
        </p:nvSpPr>
        <p:spPr>
          <a:xfrm>
            <a:off x="462337" y="200347"/>
            <a:ext cx="4602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>
                <a:solidFill>
                  <a:schemeClr val="bg1"/>
                </a:solidFill>
                <a:latin typeface="Bahnschrift" panose="020B0502040204020203" pitchFamily="34" charset="0"/>
              </a:rPr>
              <a:t>TAR</a:t>
            </a:r>
            <a:r>
              <a:rPr lang="id-ID" sz="3200" b="1" dirty="0">
                <a:solidFill>
                  <a:srgbClr val="FF0000"/>
                </a:solidFill>
                <a:latin typeface="Bahnschrift" panose="020B0502040204020203" pitchFamily="34" charset="0"/>
              </a:rPr>
              <a:t>EXPRESS</a:t>
            </a:r>
            <a:endParaRPr lang="en-ID" sz="3200" b="1" dirty="0">
              <a:solidFill>
                <a:srgbClr val="FF0000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TextBox 9">
            <a:hlinkClick r:id="rId6" action="ppaction://hlinksldjump"/>
            <a:extLst>
              <a:ext uri="{FF2B5EF4-FFF2-40B4-BE49-F238E27FC236}">
                <a16:creationId xmlns:a16="http://schemas.microsoft.com/office/drawing/2014/main" id="{551D2FF1-76CE-8EA6-CBD8-A30959F0B40B}"/>
              </a:ext>
            </a:extLst>
          </p:cNvPr>
          <p:cNvSpPr txBox="1"/>
          <p:nvPr/>
        </p:nvSpPr>
        <p:spPr>
          <a:xfrm>
            <a:off x="6171346" y="199602"/>
            <a:ext cx="233223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HOME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2D4B81-0405-F8AA-CB96-73600D71E0F7}"/>
              </a:ext>
            </a:extLst>
          </p:cNvPr>
          <p:cNvSpPr txBox="1"/>
          <p:nvPr/>
        </p:nvSpPr>
        <p:spPr>
          <a:xfrm>
            <a:off x="9200509" y="199602"/>
            <a:ext cx="1635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TENTANG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C2062F-4DF2-2D66-4527-D3D21A2885F9}"/>
              </a:ext>
            </a:extLst>
          </p:cNvPr>
          <p:cNvSpPr txBox="1"/>
          <p:nvPr/>
        </p:nvSpPr>
        <p:spPr>
          <a:xfrm>
            <a:off x="10330543" y="199602"/>
            <a:ext cx="1740582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CONTACT</a:t>
            </a:r>
          </a:p>
        </p:txBody>
      </p:sp>
      <p:sp>
        <p:nvSpPr>
          <p:cNvPr id="14" name="TextBox 13">
            <a:hlinkClick r:id="rId7" action="ppaction://hlinksldjump"/>
            <a:extLst>
              <a:ext uri="{FF2B5EF4-FFF2-40B4-BE49-F238E27FC236}">
                <a16:creationId xmlns:a16="http://schemas.microsoft.com/office/drawing/2014/main" id="{061869C9-9BEB-1923-9295-B9FB1BE08033}"/>
              </a:ext>
            </a:extLst>
          </p:cNvPr>
          <p:cNvSpPr txBox="1"/>
          <p:nvPr/>
        </p:nvSpPr>
        <p:spPr>
          <a:xfrm>
            <a:off x="7405740" y="208117"/>
            <a:ext cx="2066819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lAYANAN</a:t>
            </a:r>
          </a:p>
          <a:p>
            <a:pPr algn="ctr"/>
            <a:endParaRPr lang="id-ID" sz="2800" b="1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5299F9-C2FD-3D76-1156-914D90E04576}"/>
              </a:ext>
            </a:extLst>
          </p:cNvPr>
          <p:cNvSpPr txBox="1"/>
          <p:nvPr/>
        </p:nvSpPr>
        <p:spPr>
          <a:xfrm>
            <a:off x="688367" y="1893976"/>
            <a:ext cx="5969285" cy="187743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id-ID" sz="4800" b="1" dirty="0">
                <a:solidFill>
                  <a:schemeClr val="bg1"/>
                </a:solidFill>
              </a:rPr>
              <a:t>JASA INPOR</a:t>
            </a:r>
          </a:p>
          <a:p>
            <a:r>
              <a:rPr lang="id-ID" sz="3600" b="1" dirty="0">
                <a:solidFill>
                  <a:schemeClr val="bg1"/>
                </a:solidFill>
              </a:rPr>
              <a:t>CHINA-INDONESIA</a:t>
            </a:r>
          </a:p>
          <a:p>
            <a:r>
              <a:rPr lang="id-ID" sz="3200" b="1" dirty="0">
                <a:solidFill>
                  <a:schemeClr val="bg1"/>
                </a:solidFill>
              </a:rPr>
              <a:t>MUDAH AMAN DAN TERCEPAT</a:t>
            </a:r>
            <a:endParaRPr lang="en-ID" sz="3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CD3A46-BD08-8E71-750A-20EFCAEA9750}"/>
              </a:ext>
            </a:extLst>
          </p:cNvPr>
          <p:cNvSpPr txBox="1"/>
          <p:nvPr/>
        </p:nvSpPr>
        <p:spPr>
          <a:xfrm>
            <a:off x="688367" y="4006922"/>
            <a:ext cx="4623371" cy="70788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id-ID" sz="2000" b="1" dirty="0">
                <a:solidFill>
                  <a:schemeClr val="bg1"/>
                </a:solidFill>
              </a:rPr>
              <a:t>Dapatkan harga inpor barang china termurah melalui jasa TAR</a:t>
            </a:r>
            <a:r>
              <a:rPr lang="id-ID" sz="2000" b="1" dirty="0">
                <a:solidFill>
                  <a:srgbClr val="FF0000"/>
                </a:solidFill>
              </a:rPr>
              <a:t>XPRESS</a:t>
            </a:r>
            <a:endParaRPr lang="en-ID" sz="2000" b="1" dirty="0">
              <a:solidFill>
                <a:srgbClr val="FF0000"/>
              </a:solidFill>
            </a:endParaRPr>
          </a:p>
        </p:txBody>
      </p:sp>
      <p:graphicFrame>
        <p:nvGraphicFramePr>
          <p:cNvPr id="20" name="Diagram 4">
            <a:extLst>
              <a:ext uri="{FF2B5EF4-FFF2-40B4-BE49-F238E27FC236}">
                <a16:creationId xmlns:a16="http://schemas.microsoft.com/office/drawing/2014/main" id="{3A39D116-0555-ABD2-9BED-4556687EE6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148436"/>
              </p:ext>
            </p:extLst>
          </p:nvPr>
        </p:nvGraphicFramePr>
        <p:xfrm>
          <a:off x="3000052" y="1185568"/>
          <a:ext cx="1736335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2" name="Arrow: Pentagon 21" descr="DD">
            <a:extLst>
              <a:ext uri="{FF2B5EF4-FFF2-40B4-BE49-F238E27FC236}">
                <a16:creationId xmlns:a16="http://schemas.microsoft.com/office/drawing/2014/main" id="{735CA82E-6486-2CAA-AA49-B78746044C9D}"/>
              </a:ext>
            </a:extLst>
          </p:cNvPr>
          <p:cNvSpPr/>
          <p:nvPr/>
        </p:nvSpPr>
        <p:spPr>
          <a:xfrm>
            <a:off x="872038" y="4790961"/>
            <a:ext cx="1494911" cy="31871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1DF231-4491-25DB-F75A-C7D7AAC16CD0}"/>
              </a:ext>
            </a:extLst>
          </p:cNvPr>
          <p:cNvSpPr txBox="1"/>
          <p:nvPr/>
        </p:nvSpPr>
        <p:spPr>
          <a:xfrm>
            <a:off x="872038" y="4842595"/>
            <a:ext cx="18917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HUBUNGIN KAMI</a:t>
            </a:r>
            <a:endParaRPr lang="en-ID" sz="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hlinkClick r:id="rId6" action="ppaction://hlinksldjump"/>
            <a:extLst>
              <a:ext uri="{FF2B5EF4-FFF2-40B4-BE49-F238E27FC236}">
                <a16:creationId xmlns:a16="http://schemas.microsoft.com/office/drawing/2014/main" id="{C88532E3-0A82-3386-7516-9CB8E875112B}"/>
              </a:ext>
            </a:extLst>
          </p:cNvPr>
          <p:cNvSpPr/>
          <p:nvPr/>
        </p:nvSpPr>
        <p:spPr>
          <a:xfrm>
            <a:off x="6975911" y="304799"/>
            <a:ext cx="766310" cy="2939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hlinkClick r:id="rId13" action="ppaction://hlinksldjump"/>
            <a:extLst>
              <a:ext uri="{FF2B5EF4-FFF2-40B4-BE49-F238E27FC236}">
                <a16:creationId xmlns:a16="http://schemas.microsoft.com/office/drawing/2014/main" id="{2819DEB0-4A60-9B78-EEC3-A6674A3D5798}"/>
              </a:ext>
            </a:extLst>
          </p:cNvPr>
          <p:cNvSpPr/>
          <p:nvPr/>
        </p:nvSpPr>
        <p:spPr>
          <a:xfrm>
            <a:off x="10634590" y="304800"/>
            <a:ext cx="1095073" cy="293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 10">
            <a:hlinkClick r:id="rId14" action="ppaction://hlinksldjump"/>
            <a:extLst>
              <a:ext uri="{FF2B5EF4-FFF2-40B4-BE49-F238E27FC236}">
                <a16:creationId xmlns:a16="http://schemas.microsoft.com/office/drawing/2014/main" id="{AC26F060-152C-E428-A101-4C7655460A4E}"/>
              </a:ext>
            </a:extLst>
          </p:cNvPr>
          <p:cNvSpPr/>
          <p:nvPr/>
        </p:nvSpPr>
        <p:spPr>
          <a:xfrm>
            <a:off x="9277380" y="304799"/>
            <a:ext cx="1048158" cy="29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hlinkClick r:id="rId7" action="ppaction://hlinksldjump"/>
            <a:extLst>
              <a:ext uri="{FF2B5EF4-FFF2-40B4-BE49-F238E27FC236}">
                <a16:creationId xmlns:a16="http://schemas.microsoft.com/office/drawing/2014/main" id="{EE91BE17-8245-360E-41B5-AEAE275D171D}"/>
              </a:ext>
            </a:extLst>
          </p:cNvPr>
          <p:cNvSpPr/>
          <p:nvPr/>
        </p:nvSpPr>
        <p:spPr>
          <a:xfrm>
            <a:off x="7916759" y="314255"/>
            <a:ext cx="1033746" cy="293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765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0F129-C645-ABCE-20BC-20F8ED2DB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AB66FEA-3A64-4CE9-8A35-ABDCDE18E1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076" y="-1"/>
            <a:ext cx="12231076" cy="1153710"/>
          </a:xfrm>
          <a:prstGeom prst="rect">
            <a:avLst/>
          </a:prstGeom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8E499F0-68B6-BC97-A17C-0E5723D7BADE}"/>
              </a:ext>
            </a:extLst>
          </p:cNvPr>
          <p:cNvSpPr/>
          <p:nvPr/>
        </p:nvSpPr>
        <p:spPr>
          <a:xfrm>
            <a:off x="55808" y="-211926"/>
            <a:ext cx="12231076" cy="1502174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906BAC-AF19-92CE-B446-5EA572251E5B}"/>
              </a:ext>
            </a:extLst>
          </p:cNvPr>
          <p:cNvSpPr txBox="1"/>
          <p:nvPr/>
        </p:nvSpPr>
        <p:spPr>
          <a:xfrm>
            <a:off x="462337" y="200347"/>
            <a:ext cx="4602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>
                <a:solidFill>
                  <a:schemeClr val="bg1"/>
                </a:solidFill>
                <a:latin typeface="Bahnschrift" panose="020B0502040204020203" pitchFamily="34" charset="0"/>
              </a:rPr>
              <a:t>TAR</a:t>
            </a:r>
            <a:r>
              <a:rPr lang="id-ID" sz="3200" b="1" dirty="0">
                <a:solidFill>
                  <a:srgbClr val="FF0000"/>
                </a:solidFill>
                <a:latin typeface="Bahnschrift" panose="020B0502040204020203" pitchFamily="34" charset="0"/>
              </a:rPr>
              <a:t>EXPRESS</a:t>
            </a:r>
            <a:endParaRPr lang="en-ID" sz="3200" b="1" dirty="0">
              <a:solidFill>
                <a:srgbClr val="FF0000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89BF3D-5DCB-8193-1536-19A276B0DEEF}"/>
              </a:ext>
            </a:extLst>
          </p:cNvPr>
          <p:cNvSpPr txBox="1"/>
          <p:nvPr/>
        </p:nvSpPr>
        <p:spPr>
          <a:xfrm>
            <a:off x="6171346" y="199602"/>
            <a:ext cx="233223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HOME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A41B33-EAB0-242B-7494-72AF32AD61D8}"/>
              </a:ext>
            </a:extLst>
          </p:cNvPr>
          <p:cNvSpPr txBox="1"/>
          <p:nvPr/>
        </p:nvSpPr>
        <p:spPr>
          <a:xfrm>
            <a:off x="9200508" y="199602"/>
            <a:ext cx="1228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TENTANG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E317F5-AE14-7A46-9D0B-F8D36E961237}"/>
              </a:ext>
            </a:extLst>
          </p:cNvPr>
          <p:cNvSpPr txBox="1"/>
          <p:nvPr/>
        </p:nvSpPr>
        <p:spPr>
          <a:xfrm>
            <a:off x="10048126" y="199602"/>
            <a:ext cx="178085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CONTACT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E3909C-3969-2D05-9807-FD6C48A7C76A}"/>
              </a:ext>
            </a:extLst>
          </p:cNvPr>
          <p:cNvSpPr txBox="1"/>
          <p:nvPr/>
        </p:nvSpPr>
        <p:spPr>
          <a:xfrm>
            <a:off x="7470170" y="199602"/>
            <a:ext cx="2066819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lAYANAN</a:t>
            </a:r>
          </a:p>
          <a:p>
            <a:pPr algn="ctr"/>
            <a:endParaRPr lang="id-ID" sz="2800" b="1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  <p:graphicFrame>
        <p:nvGraphicFramePr>
          <p:cNvPr id="23" name="Diagram 4">
            <a:extLst>
              <a:ext uri="{FF2B5EF4-FFF2-40B4-BE49-F238E27FC236}">
                <a16:creationId xmlns:a16="http://schemas.microsoft.com/office/drawing/2014/main" id="{E5553D3F-807D-CB96-4DE8-8AE5BEE2FC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8039582"/>
              </p:ext>
            </p:extLst>
          </p:nvPr>
        </p:nvGraphicFramePr>
        <p:xfrm>
          <a:off x="3000052" y="1185568"/>
          <a:ext cx="1736335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AFF0BBC-B1E1-A680-266C-4BF207361990}"/>
              </a:ext>
            </a:extLst>
          </p:cNvPr>
          <p:cNvSpPr txBox="1"/>
          <p:nvPr/>
        </p:nvSpPr>
        <p:spPr>
          <a:xfrm>
            <a:off x="462337" y="1502173"/>
            <a:ext cx="76837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b="1" dirty="0"/>
              <a:t>LCL Laut (Less Container Load Via Laut)</a:t>
            </a:r>
          </a:p>
          <a:p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6E2C47-F845-E101-B21E-86A6644136E3}"/>
              </a:ext>
            </a:extLst>
          </p:cNvPr>
          <p:cNvSpPr txBox="1"/>
          <p:nvPr/>
        </p:nvSpPr>
        <p:spPr>
          <a:xfrm>
            <a:off x="462337" y="2227521"/>
            <a:ext cx="59117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rgbClr val="C00000"/>
                </a:solidFill>
              </a:rPr>
              <a:t>Less Container Load via </a:t>
            </a:r>
            <a:r>
              <a:rPr lang="en-ID" dirty="0" err="1">
                <a:solidFill>
                  <a:srgbClr val="C00000"/>
                </a:solidFill>
              </a:rPr>
              <a:t>laut</a:t>
            </a:r>
            <a:r>
              <a:rPr lang="en-ID" dirty="0">
                <a:solidFill>
                  <a:srgbClr val="C00000"/>
                </a:solidFill>
              </a:rPr>
              <a:t> 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jasa</a:t>
            </a:r>
            <a:r>
              <a:rPr lang="en-ID" dirty="0"/>
              <a:t> </a:t>
            </a:r>
            <a:r>
              <a:rPr lang="en-ID" dirty="0" err="1"/>
              <a:t>pengiriman</a:t>
            </a:r>
            <a:r>
              <a:rPr lang="en-ID" dirty="0"/>
              <a:t> </a:t>
            </a:r>
            <a:r>
              <a:rPr lang="en-ID" dirty="0" err="1"/>
              <a:t>lewat</a:t>
            </a:r>
            <a:r>
              <a:rPr lang="en-ID" dirty="0"/>
              <a:t> </a:t>
            </a:r>
            <a:r>
              <a:rPr lang="en-ID" dirty="0" err="1"/>
              <a:t>laut</a:t>
            </a:r>
            <a:r>
              <a:rPr lang="en-ID" dirty="0"/>
              <a:t> </a:t>
            </a:r>
            <a:r>
              <a:rPr lang="en-ID" dirty="0" err="1"/>
              <a:t>dimana</a:t>
            </a:r>
            <a:r>
              <a:rPr lang="en-ID" dirty="0"/>
              <a:t> </a:t>
            </a:r>
            <a:r>
              <a:rPr lang="en-ID" dirty="0" err="1"/>
              <a:t>anda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mengimpor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anda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dicampur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orang lain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memenuhi</a:t>
            </a:r>
            <a:r>
              <a:rPr lang="en-ID" dirty="0"/>
              <a:t> 1 container. Di </a:t>
            </a:r>
            <a:r>
              <a:rPr lang="en-ID" dirty="0" err="1"/>
              <a:t>jasa</a:t>
            </a:r>
            <a:r>
              <a:rPr lang="en-ID" dirty="0"/>
              <a:t> import </a:t>
            </a:r>
            <a:r>
              <a:rPr lang="id-ID" dirty="0"/>
              <a:t>T</a:t>
            </a:r>
            <a:r>
              <a:rPr lang="en-ID" dirty="0"/>
              <a:t>AR Express, kami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mengimpor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anda</a:t>
            </a:r>
            <a:r>
              <a:rPr lang="en-ID" dirty="0"/>
              <a:t> TANPA MINIMAL </a:t>
            </a:r>
            <a:r>
              <a:rPr lang="en-ID" dirty="0" err="1"/>
              <a:t>pengiriman</a:t>
            </a:r>
            <a:r>
              <a:rPr lang="id-ID" dirty="0"/>
              <a:t>.</a:t>
            </a:r>
            <a:br>
              <a:rPr lang="en-ID" dirty="0"/>
            </a:br>
            <a:br>
              <a:rPr lang="en-ID" dirty="0"/>
            </a:br>
            <a:r>
              <a:rPr lang="en-ID" dirty="0" err="1"/>
              <a:t>Tentu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</a:t>
            </a:r>
            <a:r>
              <a:rPr lang="en-ID" dirty="0" err="1"/>
              <a:t>keunggulan</a:t>
            </a:r>
            <a:r>
              <a:rPr lang="en-ID" dirty="0"/>
              <a:t> LCL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anda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mengimpor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sedikit</a:t>
            </a:r>
            <a:r>
              <a:rPr lang="en-ID" dirty="0"/>
              <a:t> dan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murah</a:t>
            </a:r>
            <a:r>
              <a:rPr lang="en-ID" dirty="0"/>
              <a:t>. Anda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mengimpor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400 </a:t>
            </a:r>
            <a:r>
              <a:rPr lang="en-ID" dirty="0" err="1"/>
              <a:t>ribu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. </a:t>
            </a:r>
            <a:r>
              <a:rPr lang="en-ID" dirty="0" err="1"/>
              <a:t>Walaupun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anda</a:t>
            </a:r>
            <a:r>
              <a:rPr lang="en-ID" dirty="0"/>
              <a:t> </a:t>
            </a:r>
            <a:r>
              <a:rPr lang="en-ID" dirty="0" err="1"/>
              <a:t>dicampur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orang lain, kami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memberi</a:t>
            </a:r>
            <a:r>
              <a:rPr lang="en-ID" dirty="0"/>
              <a:t> </a:t>
            </a:r>
            <a:r>
              <a:rPr lang="en-ID" dirty="0" err="1"/>
              <a:t>anda</a:t>
            </a:r>
            <a:r>
              <a:rPr lang="en-ID" dirty="0"/>
              <a:t> </a:t>
            </a:r>
            <a:r>
              <a:rPr lang="en-ID" dirty="0" err="1"/>
              <a:t>asuransi</a:t>
            </a:r>
            <a:r>
              <a:rPr lang="en-ID" dirty="0"/>
              <a:t> dan </a:t>
            </a:r>
            <a:r>
              <a:rPr lang="en-ID" dirty="0" err="1"/>
              <a:t>garansi</a:t>
            </a:r>
            <a:r>
              <a:rPr lang="en-ID" dirty="0"/>
              <a:t> gratis 100%, kami </a:t>
            </a:r>
            <a:r>
              <a:rPr lang="en-ID" dirty="0" err="1"/>
              <a:t>janjikan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anda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aman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</a:t>
            </a:r>
            <a:r>
              <a:rPr lang="en-ID" dirty="0" err="1"/>
              <a:t>pengiriman</a:t>
            </a:r>
            <a:r>
              <a:rPr lang="en-ID" dirty="0"/>
              <a:t>. Kalau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kerusakan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kehilangan</a:t>
            </a:r>
            <a:r>
              <a:rPr lang="en-ID" dirty="0"/>
              <a:t>, kami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ganti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id-ID" dirty="0"/>
              <a:t>.</a:t>
            </a:r>
            <a:endParaRPr lang="en-ID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1E80804-4C64-4FA5-C64D-11E4A600EC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7032223" y="2227521"/>
            <a:ext cx="4336572" cy="325242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C3BE3BA-82F7-4D5C-D8F2-D608D2600069}"/>
              </a:ext>
            </a:extLst>
          </p:cNvPr>
          <p:cNvSpPr/>
          <p:nvPr/>
        </p:nvSpPr>
        <p:spPr>
          <a:xfrm>
            <a:off x="9666514" y="5987143"/>
            <a:ext cx="1702281" cy="43008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2400" b="1" u="sng" dirty="0"/>
              <a:t>NEXT</a:t>
            </a:r>
            <a:endParaRPr lang="en-ID" sz="2400" b="1" u="sng" dirty="0"/>
          </a:p>
        </p:txBody>
      </p:sp>
      <p:sp>
        <p:nvSpPr>
          <p:cNvPr id="2" name="Rectangle 1">
            <a:hlinkClick r:id="rId12" action="ppaction://hlinksldjump"/>
            <a:extLst>
              <a:ext uri="{FF2B5EF4-FFF2-40B4-BE49-F238E27FC236}">
                <a16:creationId xmlns:a16="http://schemas.microsoft.com/office/drawing/2014/main" id="{5D01D8C0-759C-B091-A608-D26111180D12}"/>
              </a:ext>
            </a:extLst>
          </p:cNvPr>
          <p:cNvSpPr/>
          <p:nvPr/>
        </p:nvSpPr>
        <p:spPr>
          <a:xfrm>
            <a:off x="6975911" y="304799"/>
            <a:ext cx="766310" cy="2939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hlinkClick r:id="rId13" action="ppaction://hlinksldjump"/>
            <a:extLst>
              <a:ext uri="{FF2B5EF4-FFF2-40B4-BE49-F238E27FC236}">
                <a16:creationId xmlns:a16="http://schemas.microsoft.com/office/drawing/2014/main" id="{3F17A99C-98CD-F699-C910-001E273B97A6}"/>
              </a:ext>
            </a:extLst>
          </p:cNvPr>
          <p:cNvSpPr/>
          <p:nvPr/>
        </p:nvSpPr>
        <p:spPr>
          <a:xfrm>
            <a:off x="10428513" y="304800"/>
            <a:ext cx="1066801" cy="293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 10">
            <a:hlinkClick r:id="rId14" action="ppaction://hlinksldjump"/>
            <a:extLst>
              <a:ext uri="{FF2B5EF4-FFF2-40B4-BE49-F238E27FC236}">
                <a16:creationId xmlns:a16="http://schemas.microsoft.com/office/drawing/2014/main" id="{B86D0694-81E8-7922-3CEE-1BE7B130FD91}"/>
              </a:ext>
            </a:extLst>
          </p:cNvPr>
          <p:cNvSpPr/>
          <p:nvPr/>
        </p:nvSpPr>
        <p:spPr>
          <a:xfrm>
            <a:off x="9277379" y="304799"/>
            <a:ext cx="1056249" cy="2939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hlinkClick r:id="rId15" action="ppaction://hlinksldjump"/>
            <a:extLst>
              <a:ext uri="{FF2B5EF4-FFF2-40B4-BE49-F238E27FC236}">
                <a16:creationId xmlns:a16="http://schemas.microsoft.com/office/drawing/2014/main" id="{182041F4-2BDB-27B2-49EF-5900DF66EA1A}"/>
              </a:ext>
            </a:extLst>
          </p:cNvPr>
          <p:cNvSpPr/>
          <p:nvPr/>
        </p:nvSpPr>
        <p:spPr>
          <a:xfrm>
            <a:off x="8011886" y="304800"/>
            <a:ext cx="990600" cy="293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hlinkClick r:id="rId16" action="ppaction://hlinksldjump"/>
            <a:extLst>
              <a:ext uri="{FF2B5EF4-FFF2-40B4-BE49-F238E27FC236}">
                <a16:creationId xmlns:a16="http://schemas.microsoft.com/office/drawing/2014/main" id="{A9BA0C8B-4187-0905-C8C5-9C1F6825B1D3}"/>
              </a:ext>
            </a:extLst>
          </p:cNvPr>
          <p:cNvSpPr/>
          <p:nvPr/>
        </p:nvSpPr>
        <p:spPr>
          <a:xfrm>
            <a:off x="10156371" y="6074229"/>
            <a:ext cx="718458" cy="2612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30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58A10-9A58-1D68-CE7F-637892D01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AEFD8C-C4DE-B52B-9251-4B53B5DA29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076" y="-1"/>
            <a:ext cx="12231076" cy="1153710"/>
          </a:xfrm>
          <a:prstGeom prst="rect">
            <a:avLst/>
          </a:prstGeom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1BDB400-2765-A6CD-E552-86CAF81C3D88}"/>
              </a:ext>
            </a:extLst>
          </p:cNvPr>
          <p:cNvSpPr/>
          <p:nvPr/>
        </p:nvSpPr>
        <p:spPr>
          <a:xfrm>
            <a:off x="55808" y="-211926"/>
            <a:ext cx="12231076" cy="1502174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EB1458-789B-7409-8D3D-2F4FC46281F4}"/>
              </a:ext>
            </a:extLst>
          </p:cNvPr>
          <p:cNvSpPr txBox="1"/>
          <p:nvPr/>
        </p:nvSpPr>
        <p:spPr>
          <a:xfrm>
            <a:off x="462337" y="200347"/>
            <a:ext cx="4602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>
                <a:solidFill>
                  <a:schemeClr val="bg1"/>
                </a:solidFill>
                <a:latin typeface="Bahnschrift" panose="020B0502040204020203" pitchFamily="34" charset="0"/>
              </a:rPr>
              <a:t>TAR</a:t>
            </a:r>
            <a:r>
              <a:rPr lang="id-ID" sz="3200" b="1" dirty="0">
                <a:solidFill>
                  <a:srgbClr val="FF0000"/>
                </a:solidFill>
                <a:latin typeface="Bahnschrift" panose="020B0502040204020203" pitchFamily="34" charset="0"/>
              </a:rPr>
              <a:t>EXPRESS</a:t>
            </a:r>
            <a:endParaRPr lang="en-ID" sz="3200" b="1" dirty="0">
              <a:solidFill>
                <a:srgbClr val="FF0000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6A8FD0-9D0A-FB7D-0AF3-5103345A22FC}"/>
              </a:ext>
            </a:extLst>
          </p:cNvPr>
          <p:cNvSpPr txBox="1"/>
          <p:nvPr/>
        </p:nvSpPr>
        <p:spPr>
          <a:xfrm>
            <a:off x="6171346" y="199602"/>
            <a:ext cx="233223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HOME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11C84C-21D9-9521-2CE2-3FC47124A263}"/>
              </a:ext>
            </a:extLst>
          </p:cNvPr>
          <p:cNvSpPr txBox="1"/>
          <p:nvPr/>
        </p:nvSpPr>
        <p:spPr>
          <a:xfrm>
            <a:off x="9200509" y="199602"/>
            <a:ext cx="1635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TENTANG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EE1B85-3869-B776-BF21-0BF13FD153D8}"/>
              </a:ext>
            </a:extLst>
          </p:cNvPr>
          <p:cNvSpPr txBox="1"/>
          <p:nvPr/>
        </p:nvSpPr>
        <p:spPr>
          <a:xfrm>
            <a:off x="10104144" y="199602"/>
            <a:ext cx="178085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CONTACT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134776-431B-CB81-DB0D-7FA87E6CEAD0}"/>
              </a:ext>
            </a:extLst>
          </p:cNvPr>
          <p:cNvSpPr txBox="1"/>
          <p:nvPr/>
        </p:nvSpPr>
        <p:spPr>
          <a:xfrm>
            <a:off x="7470170" y="199602"/>
            <a:ext cx="2066819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lAYANAN</a:t>
            </a:r>
          </a:p>
          <a:p>
            <a:pPr algn="ctr"/>
            <a:endParaRPr lang="id-ID" sz="2800" b="1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  <p:graphicFrame>
        <p:nvGraphicFramePr>
          <p:cNvPr id="23" name="Diagram 4">
            <a:extLst>
              <a:ext uri="{FF2B5EF4-FFF2-40B4-BE49-F238E27FC236}">
                <a16:creationId xmlns:a16="http://schemas.microsoft.com/office/drawing/2014/main" id="{BFCF5DD4-05DF-E4FD-0159-9C67F906AA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2307520"/>
              </p:ext>
            </p:extLst>
          </p:nvPr>
        </p:nvGraphicFramePr>
        <p:xfrm>
          <a:off x="3000052" y="1185568"/>
          <a:ext cx="1736335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AF8F5AE-770E-ACE7-5448-7864A2F42A2F}"/>
              </a:ext>
            </a:extLst>
          </p:cNvPr>
          <p:cNvSpPr txBox="1"/>
          <p:nvPr/>
        </p:nvSpPr>
        <p:spPr>
          <a:xfrm>
            <a:off x="462337" y="1502173"/>
            <a:ext cx="76837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b="1" dirty="0"/>
              <a:t>LCL Udara (Less Container Load Via Udara)</a:t>
            </a:r>
          </a:p>
          <a:p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B05FBE-625F-D9E0-889B-0C23E402FBA4}"/>
              </a:ext>
            </a:extLst>
          </p:cNvPr>
          <p:cNvSpPr txBox="1"/>
          <p:nvPr/>
        </p:nvSpPr>
        <p:spPr>
          <a:xfrm>
            <a:off x="549422" y="2271063"/>
            <a:ext cx="59117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dirty="0">
                <a:solidFill>
                  <a:srgbClr val="C00000"/>
                </a:solidFill>
              </a:rPr>
              <a:t>Less Container Load via </a:t>
            </a:r>
            <a:r>
              <a:rPr lang="en-ID" sz="2400" b="1" dirty="0" err="1">
                <a:solidFill>
                  <a:srgbClr val="C00000"/>
                </a:solidFill>
              </a:rPr>
              <a:t>udara</a:t>
            </a:r>
            <a:r>
              <a:rPr lang="en-ID" sz="2400" dirty="0">
                <a:solidFill>
                  <a:srgbClr val="C00000"/>
                </a:solidFill>
              </a:rPr>
              <a:t> </a:t>
            </a:r>
            <a:r>
              <a:rPr lang="en-ID" sz="2800" dirty="0" err="1"/>
              <a:t>adalah</a:t>
            </a:r>
            <a:r>
              <a:rPr lang="en-ID" sz="2800" dirty="0"/>
              <a:t> </a:t>
            </a:r>
            <a:r>
              <a:rPr lang="en-ID" sz="2800" dirty="0" err="1"/>
              <a:t>pengiriman</a:t>
            </a:r>
            <a:r>
              <a:rPr lang="en-ID" sz="2800" dirty="0"/>
              <a:t> </a:t>
            </a:r>
            <a:r>
              <a:rPr lang="en-ID" sz="2800" dirty="0" err="1"/>
              <a:t>barang</a:t>
            </a:r>
            <a:r>
              <a:rPr lang="en-ID" sz="2800" dirty="0"/>
              <a:t> </a:t>
            </a:r>
            <a:r>
              <a:rPr lang="en-ID" sz="2800" dirty="0" err="1"/>
              <a:t>melalui</a:t>
            </a:r>
            <a:r>
              <a:rPr lang="en-ID" sz="2800" dirty="0"/>
              <a:t> </a:t>
            </a:r>
            <a:r>
              <a:rPr lang="en-ID" sz="2800" dirty="0" err="1"/>
              <a:t>jalur</a:t>
            </a:r>
            <a:r>
              <a:rPr lang="en-ID" sz="2800" dirty="0"/>
              <a:t> </a:t>
            </a:r>
            <a:r>
              <a:rPr lang="en-ID" sz="2800" dirty="0" err="1"/>
              <a:t>udara</a:t>
            </a:r>
            <a:r>
              <a:rPr lang="en-ID" sz="2800" dirty="0"/>
              <a:t>/ </a:t>
            </a:r>
            <a:r>
              <a:rPr lang="en-ID" sz="2800" dirty="0" err="1"/>
              <a:t>Pengiriman</a:t>
            </a:r>
            <a:r>
              <a:rPr lang="en-ID" sz="2800" dirty="0"/>
              <a:t> </a:t>
            </a:r>
            <a:r>
              <a:rPr lang="en-ID" sz="2800" dirty="0" err="1"/>
              <a:t>melalui</a:t>
            </a:r>
            <a:r>
              <a:rPr lang="en-ID" sz="2800" dirty="0"/>
              <a:t> </a:t>
            </a:r>
            <a:r>
              <a:rPr lang="en-ID" sz="2800" dirty="0" err="1"/>
              <a:t>pesawat</a:t>
            </a:r>
            <a:r>
              <a:rPr lang="en-ID" sz="2800" dirty="0"/>
              <a:t>. </a:t>
            </a:r>
            <a:r>
              <a:rPr lang="en-ID" sz="2800" dirty="0" err="1"/>
              <a:t>Untuk</a:t>
            </a:r>
            <a:r>
              <a:rPr lang="en-ID" sz="2800" dirty="0"/>
              <a:t> </a:t>
            </a:r>
            <a:r>
              <a:rPr lang="en-ID" sz="2800" dirty="0" err="1"/>
              <a:t>anda</a:t>
            </a:r>
            <a:r>
              <a:rPr lang="en-ID" sz="2800" dirty="0"/>
              <a:t> yang </a:t>
            </a:r>
            <a:r>
              <a:rPr lang="en-ID" sz="2800" dirty="0" err="1"/>
              <a:t>ingin</a:t>
            </a:r>
            <a:r>
              <a:rPr lang="en-ID" sz="2800" dirty="0"/>
              <a:t> import </a:t>
            </a:r>
            <a:r>
              <a:rPr lang="en-ID" sz="2800" dirty="0" err="1"/>
              <a:t>barang</a:t>
            </a:r>
            <a:r>
              <a:rPr lang="en-ID" sz="2800" dirty="0"/>
              <a:t> </a:t>
            </a:r>
            <a:r>
              <a:rPr lang="en-ID" sz="2800" dirty="0" err="1"/>
              <a:t>dari</a:t>
            </a:r>
            <a:r>
              <a:rPr lang="en-ID" sz="2800" dirty="0"/>
              <a:t> China </a:t>
            </a:r>
            <a:r>
              <a:rPr lang="en-ID" sz="2800" dirty="0" err="1"/>
              <a:t>ke</a:t>
            </a:r>
            <a:r>
              <a:rPr lang="en-ID" sz="2800" dirty="0"/>
              <a:t> Indonesia </a:t>
            </a:r>
            <a:r>
              <a:rPr lang="en-ID" sz="2800" dirty="0" err="1"/>
              <a:t>dengan</a:t>
            </a:r>
            <a:r>
              <a:rPr lang="en-ID" sz="2800" dirty="0"/>
              <a:t> </a:t>
            </a:r>
            <a:r>
              <a:rPr lang="en-ID" sz="2800" dirty="0" err="1"/>
              <a:t>cepat</a:t>
            </a:r>
            <a:r>
              <a:rPr lang="en-ID" sz="2800" dirty="0"/>
              <a:t>, LCL via </a:t>
            </a:r>
            <a:r>
              <a:rPr lang="en-ID" sz="2800" dirty="0" err="1"/>
              <a:t>udara</a:t>
            </a:r>
            <a:r>
              <a:rPr lang="en-ID" sz="2800" dirty="0"/>
              <a:t> </a:t>
            </a:r>
            <a:r>
              <a:rPr lang="en-ID" sz="2800" dirty="0" err="1"/>
              <a:t>lah</a:t>
            </a:r>
            <a:r>
              <a:rPr lang="en-ID" sz="2800" dirty="0"/>
              <a:t> </a:t>
            </a:r>
            <a:r>
              <a:rPr lang="en-ID" sz="2800" dirty="0" err="1"/>
              <a:t>pilihan</a:t>
            </a:r>
            <a:r>
              <a:rPr lang="en-ID" sz="2800" dirty="0"/>
              <a:t> </a:t>
            </a:r>
            <a:r>
              <a:rPr lang="en-ID" sz="2800" dirty="0" err="1"/>
              <a:t>terbaik</a:t>
            </a:r>
            <a:r>
              <a:rPr lang="en-ID" sz="2800" dirty="0"/>
              <a:t> </a:t>
            </a:r>
            <a:r>
              <a:rPr lang="en-ID" sz="2800" dirty="0" err="1"/>
              <a:t>anda</a:t>
            </a:r>
            <a:r>
              <a:rPr lang="en-ID" sz="2800" dirty="0"/>
              <a:t>, </a:t>
            </a:r>
            <a:r>
              <a:rPr lang="en-ID" sz="2800" dirty="0" err="1"/>
              <a:t>karena</a:t>
            </a:r>
            <a:r>
              <a:rPr lang="en-ID" sz="2800" dirty="0"/>
              <a:t> </a:t>
            </a:r>
            <a:r>
              <a:rPr lang="en-ID" sz="2800" dirty="0" err="1"/>
              <a:t>barang</a:t>
            </a:r>
            <a:r>
              <a:rPr lang="en-ID" sz="2800" dirty="0"/>
              <a:t> </a:t>
            </a:r>
            <a:r>
              <a:rPr lang="en-ID" sz="2800" dirty="0" err="1"/>
              <a:t>anda</a:t>
            </a:r>
            <a:r>
              <a:rPr lang="en-ID" sz="2800" dirty="0"/>
              <a:t> </a:t>
            </a:r>
            <a:r>
              <a:rPr lang="en-ID" sz="2800" dirty="0" err="1"/>
              <a:t>akan</a:t>
            </a:r>
            <a:r>
              <a:rPr lang="en-ID" sz="2800" dirty="0"/>
              <a:t> </a:t>
            </a:r>
            <a:r>
              <a:rPr lang="en-ID" sz="2800" dirty="0" err="1"/>
              <a:t>sampai</a:t>
            </a:r>
            <a:r>
              <a:rPr lang="en-ID" sz="2800" dirty="0"/>
              <a:t> </a:t>
            </a:r>
            <a:r>
              <a:rPr lang="en-ID" sz="2800" dirty="0" err="1"/>
              <a:t>dalam</a:t>
            </a:r>
            <a:r>
              <a:rPr lang="en-ID" sz="2800" dirty="0"/>
              <a:t> </a:t>
            </a:r>
            <a:r>
              <a:rPr lang="en-ID" sz="2800" dirty="0" err="1"/>
              <a:t>waktu</a:t>
            </a:r>
            <a:r>
              <a:rPr lang="en-ID" sz="2800" dirty="0"/>
              <a:t> </a:t>
            </a:r>
            <a:r>
              <a:rPr lang="en-ID" sz="2800" dirty="0" err="1"/>
              <a:t>kurang</a:t>
            </a:r>
            <a:r>
              <a:rPr lang="en-ID" sz="2800" dirty="0"/>
              <a:t> </a:t>
            </a:r>
            <a:r>
              <a:rPr lang="en-ID" sz="2800" dirty="0" err="1"/>
              <a:t>lebih</a:t>
            </a:r>
            <a:r>
              <a:rPr lang="en-ID" sz="2800" dirty="0"/>
              <a:t> </a:t>
            </a:r>
            <a:r>
              <a:rPr lang="id-ID" sz="2800" dirty="0"/>
              <a:t>- </a:t>
            </a:r>
            <a:r>
              <a:rPr lang="en-ID" sz="2800" dirty="0"/>
              <a:t>+7 </a:t>
            </a:r>
            <a:r>
              <a:rPr lang="en-ID" sz="2800" dirty="0" err="1"/>
              <a:t>hari</a:t>
            </a:r>
            <a:r>
              <a:rPr lang="id-ID" sz="2800" dirty="0"/>
              <a:t>.</a:t>
            </a:r>
            <a:endParaRPr lang="en-ID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A0DFB4-E314-F4FE-609C-DBFA5B1B76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5710719" y="1353312"/>
            <a:ext cx="6979580" cy="46530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5B4D7E1-63FA-5024-1C0D-E3C5EFF44C71}"/>
              </a:ext>
            </a:extLst>
          </p:cNvPr>
          <p:cNvSpPr/>
          <p:nvPr/>
        </p:nvSpPr>
        <p:spPr>
          <a:xfrm>
            <a:off x="9720943" y="6006365"/>
            <a:ext cx="1273628" cy="42709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2400" b="1" u="sng" dirty="0"/>
              <a:t>NEXT</a:t>
            </a:r>
            <a:endParaRPr lang="en-ID" sz="2400" b="1" u="sng" dirty="0"/>
          </a:p>
        </p:txBody>
      </p:sp>
      <p:sp>
        <p:nvSpPr>
          <p:cNvPr id="11" name="Rectangle 10">
            <a:hlinkClick r:id="rId13" action="ppaction://hlinksldjump"/>
            <a:extLst>
              <a:ext uri="{FF2B5EF4-FFF2-40B4-BE49-F238E27FC236}">
                <a16:creationId xmlns:a16="http://schemas.microsoft.com/office/drawing/2014/main" id="{7B5B24C0-4B86-7D99-31F2-94212B1AAC12}"/>
              </a:ext>
            </a:extLst>
          </p:cNvPr>
          <p:cNvSpPr/>
          <p:nvPr/>
        </p:nvSpPr>
        <p:spPr>
          <a:xfrm>
            <a:off x="6975911" y="304799"/>
            <a:ext cx="766310" cy="2939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hlinkClick r:id="rId14" action="ppaction://hlinksldjump"/>
            <a:extLst>
              <a:ext uri="{FF2B5EF4-FFF2-40B4-BE49-F238E27FC236}">
                <a16:creationId xmlns:a16="http://schemas.microsoft.com/office/drawing/2014/main" id="{E3E5E3B8-207B-1164-62C8-FEF3377A1501}"/>
              </a:ext>
            </a:extLst>
          </p:cNvPr>
          <p:cNvSpPr/>
          <p:nvPr/>
        </p:nvSpPr>
        <p:spPr>
          <a:xfrm>
            <a:off x="10504714" y="304800"/>
            <a:ext cx="1048159" cy="293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 15">
            <a:hlinkClick r:id="rId15" action="ppaction://hlinksldjump"/>
            <a:extLst>
              <a:ext uri="{FF2B5EF4-FFF2-40B4-BE49-F238E27FC236}">
                <a16:creationId xmlns:a16="http://schemas.microsoft.com/office/drawing/2014/main" id="{A5174114-EEBB-CB3A-91E9-B3B6F1E35A4B}"/>
              </a:ext>
            </a:extLst>
          </p:cNvPr>
          <p:cNvSpPr/>
          <p:nvPr/>
        </p:nvSpPr>
        <p:spPr>
          <a:xfrm>
            <a:off x="9277380" y="304799"/>
            <a:ext cx="1048158" cy="293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hlinkClick r:id="rId16" action="ppaction://hlinksldjump"/>
            <a:extLst>
              <a:ext uri="{FF2B5EF4-FFF2-40B4-BE49-F238E27FC236}">
                <a16:creationId xmlns:a16="http://schemas.microsoft.com/office/drawing/2014/main" id="{739DA60D-D3C9-6A53-85EE-04AC52CB472E}"/>
              </a:ext>
            </a:extLst>
          </p:cNvPr>
          <p:cNvSpPr/>
          <p:nvPr/>
        </p:nvSpPr>
        <p:spPr>
          <a:xfrm>
            <a:off x="7978556" y="304800"/>
            <a:ext cx="1019283" cy="2939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hlinkClick r:id="rId17" action="ppaction://hlinksldjump"/>
            <a:extLst>
              <a:ext uri="{FF2B5EF4-FFF2-40B4-BE49-F238E27FC236}">
                <a16:creationId xmlns:a16="http://schemas.microsoft.com/office/drawing/2014/main" id="{4BEDF9A1-1D89-97DC-5553-55B8CA3E51CB}"/>
              </a:ext>
            </a:extLst>
          </p:cNvPr>
          <p:cNvSpPr/>
          <p:nvPr/>
        </p:nvSpPr>
        <p:spPr>
          <a:xfrm>
            <a:off x="9998528" y="6089282"/>
            <a:ext cx="718458" cy="2612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3061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C8906-7C98-A7C0-EA45-E86154825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34D8DB1-E9A7-ABEF-9683-8804BF01F9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076" y="-1"/>
            <a:ext cx="12231076" cy="1153710"/>
          </a:xfrm>
          <a:prstGeom prst="rect">
            <a:avLst/>
          </a:prstGeom>
          <a:effectLst/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067091B-D933-E715-D283-ECF4D436649D}"/>
              </a:ext>
            </a:extLst>
          </p:cNvPr>
          <p:cNvSpPr txBox="1"/>
          <p:nvPr/>
        </p:nvSpPr>
        <p:spPr>
          <a:xfrm>
            <a:off x="10421481" y="6063342"/>
            <a:ext cx="73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BACK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583713-320C-A91F-3068-72768A6DC1BC}"/>
              </a:ext>
            </a:extLst>
          </p:cNvPr>
          <p:cNvSpPr/>
          <p:nvPr/>
        </p:nvSpPr>
        <p:spPr>
          <a:xfrm>
            <a:off x="55808" y="-211926"/>
            <a:ext cx="12231076" cy="1502174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71D22E-6AFA-D3C6-4196-126CEFA25EF9}"/>
              </a:ext>
            </a:extLst>
          </p:cNvPr>
          <p:cNvSpPr txBox="1"/>
          <p:nvPr/>
        </p:nvSpPr>
        <p:spPr>
          <a:xfrm>
            <a:off x="462337" y="200347"/>
            <a:ext cx="4602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>
                <a:solidFill>
                  <a:schemeClr val="bg1"/>
                </a:solidFill>
                <a:latin typeface="Bahnschrift" panose="020B0502040204020203" pitchFamily="34" charset="0"/>
              </a:rPr>
              <a:t>TAR</a:t>
            </a:r>
            <a:r>
              <a:rPr lang="id-ID" sz="3200" b="1" dirty="0">
                <a:solidFill>
                  <a:srgbClr val="FF0000"/>
                </a:solidFill>
                <a:latin typeface="Bahnschrift" panose="020B0502040204020203" pitchFamily="34" charset="0"/>
              </a:rPr>
              <a:t>EXPRESS</a:t>
            </a:r>
            <a:endParaRPr lang="en-ID" sz="3200" b="1" dirty="0">
              <a:solidFill>
                <a:srgbClr val="FF0000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E3D498-4BA9-902B-45A6-E3CD72F336DE}"/>
              </a:ext>
            </a:extLst>
          </p:cNvPr>
          <p:cNvSpPr txBox="1"/>
          <p:nvPr/>
        </p:nvSpPr>
        <p:spPr>
          <a:xfrm>
            <a:off x="6171346" y="199602"/>
            <a:ext cx="233223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HOME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D64024-826D-63ED-A9F7-3B9795D03A8E}"/>
              </a:ext>
            </a:extLst>
          </p:cNvPr>
          <p:cNvSpPr txBox="1"/>
          <p:nvPr/>
        </p:nvSpPr>
        <p:spPr>
          <a:xfrm>
            <a:off x="9200508" y="199602"/>
            <a:ext cx="1249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TENTANG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EB14E9-8E7B-3478-063B-B433A7B1C9F1}"/>
              </a:ext>
            </a:extLst>
          </p:cNvPr>
          <p:cNvSpPr txBox="1"/>
          <p:nvPr/>
        </p:nvSpPr>
        <p:spPr>
          <a:xfrm>
            <a:off x="10048126" y="199602"/>
            <a:ext cx="178085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CONTACT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5C6493-B2AE-6899-48E2-C1BD7F2A5D0F}"/>
              </a:ext>
            </a:extLst>
          </p:cNvPr>
          <p:cNvSpPr txBox="1"/>
          <p:nvPr/>
        </p:nvSpPr>
        <p:spPr>
          <a:xfrm>
            <a:off x="7470170" y="199602"/>
            <a:ext cx="2066819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lAYANAN</a:t>
            </a:r>
          </a:p>
          <a:p>
            <a:pPr algn="ctr"/>
            <a:endParaRPr lang="id-ID" sz="2800" b="1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  <p:graphicFrame>
        <p:nvGraphicFramePr>
          <p:cNvPr id="23" name="Diagram 4">
            <a:extLst>
              <a:ext uri="{FF2B5EF4-FFF2-40B4-BE49-F238E27FC236}">
                <a16:creationId xmlns:a16="http://schemas.microsoft.com/office/drawing/2014/main" id="{575AE674-50AB-E8E9-EBC0-850A17A7F9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1264095"/>
              </p:ext>
            </p:extLst>
          </p:nvPr>
        </p:nvGraphicFramePr>
        <p:xfrm>
          <a:off x="3000052" y="1185568"/>
          <a:ext cx="1736335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B3F1B8B-D16A-FC5F-4FB8-B3086A7FA321}"/>
              </a:ext>
            </a:extLst>
          </p:cNvPr>
          <p:cNvSpPr txBox="1"/>
          <p:nvPr/>
        </p:nvSpPr>
        <p:spPr>
          <a:xfrm>
            <a:off x="462337" y="1502173"/>
            <a:ext cx="768379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dirty="0"/>
              <a:t>FCL (Full Container Load)</a:t>
            </a:r>
          </a:p>
          <a:p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BB9FD2-826D-46EB-D589-F80B079F3680}"/>
              </a:ext>
            </a:extLst>
          </p:cNvPr>
          <p:cNvSpPr txBox="1"/>
          <p:nvPr/>
        </p:nvSpPr>
        <p:spPr>
          <a:xfrm>
            <a:off x="462337" y="2698983"/>
            <a:ext cx="5911703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>
                <a:solidFill>
                  <a:srgbClr val="C00000"/>
                </a:solidFill>
              </a:rPr>
              <a:t>Full Container Load</a:t>
            </a:r>
            <a:r>
              <a:rPr lang="en-ID" sz="2000" dirty="0">
                <a:solidFill>
                  <a:srgbClr val="C00000"/>
                </a:solidFill>
              </a:rPr>
              <a:t> 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dirty="0" err="1"/>
              <a:t>jasa</a:t>
            </a:r>
            <a:r>
              <a:rPr lang="en-ID" sz="2000" dirty="0"/>
              <a:t> </a:t>
            </a:r>
            <a:r>
              <a:rPr lang="en-ID" sz="2000" dirty="0" err="1"/>
              <a:t>pengiriman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container yang full. Jadi </a:t>
            </a:r>
            <a:r>
              <a:rPr lang="en-ID" sz="2000" dirty="0" err="1"/>
              <a:t>barang</a:t>
            </a:r>
            <a:r>
              <a:rPr lang="en-ID" sz="2000" dirty="0"/>
              <a:t> </a:t>
            </a:r>
            <a:r>
              <a:rPr lang="en-ID" sz="2000" dirty="0" err="1"/>
              <a:t>anda</a:t>
            </a:r>
            <a:r>
              <a:rPr lang="en-ID" sz="2000" dirty="0"/>
              <a:t>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akan</a:t>
            </a:r>
            <a:r>
              <a:rPr lang="en-ID" sz="2000" dirty="0"/>
              <a:t> </a:t>
            </a:r>
            <a:r>
              <a:rPr lang="en-ID" sz="2000" dirty="0" err="1"/>
              <a:t>dicampur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barang</a:t>
            </a:r>
            <a:r>
              <a:rPr lang="en-ID" sz="2000" dirty="0"/>
              <a:t> orang lain.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pengiriman</a:t>
            </a:r>
            <a:r>
              <a:rPr lang="en-ID" sz="2000" dirty="0"/>
              <a:t> yang </a:t>
            </a:r>
            <a:r>
              <a:rPr lang="en-ID" sz="2000" dirty="0" err="1"/>
              <a:t>besar</a:t>
            </a:r>
            <a:r>
              <a:rPr lang="en-ID" sz="2000" dirty="0"/>
              <a:t>, </a:t>
            </a:r>
            <a:r>
              <a:rPr lang="en-ID" sz="2000" dirty="0" err="1"/>
              <a:t>anda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pengiriman</a:t>
            </a:r>
            <a:r>
              <a:rPr lang="en-ID" sz="2000" dirty="0"/>
              <a:t> FCL.</a:t>
            </a:r>
            <a:br>
              <a:rPr lang="en-ID" sz="3200" dirty="0"/>
            </a:br>
            <a:br>
              <a:rPr lang="en-ID" sz="3200" dirty="0"/>
            </a:br>
            <a:r>
              <a:rPr lang="en-ID" sz="2000" dirty="0"/>
              <a:t>FCL </a:t>
            </a:r>
            <a:r>
              <a:rPr lang="en-ID" sz="2000" dirty="0" err="1"/>
              <a:t>hanya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di </a:t>
            </a:r>
            <a:r>
              <a:rPr lang="en-ID" sz="2000" dirty="0" err="1"/>
              <a:t>kirim</a:t>
            </a:r>
            <a:r>
              <a:rPr lang="en-ID" sz="2000" dirty="0"/>
              <a:t> </a:t>
            </a:r>
            <a:r>
              <a:rPr lang="en-ID" sz="2000" dirty="0" err="1"/>
              <a:t>lewat</a:t>
            </a:r>
            <a:r>
              <a:rPr lang="en-ID" sz="2000" dirty="0"/>
              <a:t> </a:t>
            </a:r>
            <a:r>
              <a:rPr lang="en-ID" sz="2000" dirty="0" err="1"/>
              <a:t>laut</a:t>
            </a:r>
            <a:r>
              <a:rPr lang="en-ID" sz="2000" dirty="0"/>
              <a:t>. Satu container </a:t>
            </a:r>
            <a:r>
              <a:rPr lang="en-ID" sz="2000" dirty="0" err="1"/>
              <a:t>tersebut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menampung</a:t>
            </a:r>
            <a:r>
              <a:rPr lang="en-ID" sz="2000" dirty="0"/>
              <a:t> </a:t>
            </a:r>
            <a:r>
              <a:rPr lang="en-ID" sz="2000" dirty="0" err="1"/>
              <a:t>sampai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78 CBM dan </a:t>
            </a:r>
            <a:r>
              <a:rPr lang="en-ID" sz="2000" dirty="0" err="1"/>
              <a:t>waktu</a:t>
            </a:r>
            <a:r>
              <a:rPr lang="en-ID" sz="2000" dirty="0"/>
              <a:t> </a:t>
            </a:r>
            <a:r>
              <a:rPr lang="en-ID" sz="2000" dirty="0" err="1"/>
              <a:t>pengirimannya</a:t>
            </a:r>
            <a:r>
              <a:rPr lang="en-ID" sz="2000" dirty="0"/>
              <a:t> </a:t>
            </a:r>
            <a:r>
              <a:rPr lang="en-ID" sz="2000" dirty="0" err="1"/>
              <a:t>sekitar</a:t>
            </a:r>
            <a:r>
              <a:rPr lang="en-ID" sz="2000" dirty="0"/>
              <a:t> 21 </a:t>
            </a:r>
            <a:r>
              <a:rPr lang="en-ID" sz="2000" dirty="0" err="1"/>
              <a:t>hari</a:t>
            </a:r>
            <a:endParaRPr lang="en-ID" sz="3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7C790BB-1D49-E90D-B837-CCEF3659BF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501" y="1502173"/>
            <a:ext cx="4806507" cy="4193263"/>
          </a:xfrm>
          <a:prstGeom prst="rect">
            <a:avLst/>
          </a:prstGeom>
        </p:spPr>
      </p:pic>
      <p:sp>
        <p:nvSpPr>
          <p:cNvPr id="2" name="Rectangle 1">
            <a:hlinkClick r:id="rId11" action="ppaction://hlinksldjump"/>
            <a:extLst>
              <a:ext uri="{FF2B5EF4-FFF2-40B4-BE49-F238E27FC236}">
                <a16:creationId xmlns:a16="http://schemas.microsoft.com/office/drawing/2014/main" id="{1C184503-DDC0-5C79-D95F-87997E8FB049}"/>
              </a:ext>
            </a:extLst>
          </p:cNvPr>
          <p:cNvSpPr/>
          <p:nvPr/>
        </p:nvSpPr>
        <p:spPr>
          <a:xfrm>
            <a:off x="6975911" y="304799"/>
            <a:ext cx="766310" cy="2939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hlinkClick r:id="rId12" action="ppaction://hlinksldjump"/>
            <a:extLst>
              <a:ext uri="{FF2B5EF4-FFF2-40B4-BE49-F238E27FC236}">
                <a16:creationId xmlns:a16="http://schemas.microsoft.com/office/drawing/2014/main" id="{7CA495B4-8F0E-2F82-4AF6-916C8B8768B1}"/>
              </a:ext>
            </a:extLst>
          </p:cNvPr>
          <p:cNvSpPr/>
          <p:nvPr/>
        </p:nvSpPr>
        <p:spPr>
          <a:xfrm>
            <a:off x="10450286" y="304800"/>
            <a:ext cx="1045028" cy="293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 10">
            <a:hlinkClick r:id="rId13" action="ppaction://hlinksldjump"/>
            <a:extLst>
              <a:ext uri="{FF2B5EF4-FFF2-40B4-BE49-F238E27FC236}">
                <a16:creationId xmlns:a16="http://schemas.microsoft.com/office/drawing/2014/main" id="{E6A8474F-0325-469C-91D2-337CCB0F0DBB}"/>
              </a:ext>
            </a:extLst>
          </p:cNvPr>
          <p:cNvSpPr/>
          <p:nvPr/>
        </p:nvSpPr>
        <p:spPr>
          <a:xfrm>
            <a:off x="9289274" y="304799"/>
            <a:ext cx="1036264" cy="2939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hlinkClick r:id="rId14" action="ppaction://hlinksldjump"/>
            <a:extLst>
              <a:ext uri="{FF2B5EF4-FFF2-40B4-BE49-F238E27FC236}">
                <a16:creationId xmlns:a16="http://schemas.microsoft.com/office/drawing/2014/main" id="{724DD398-1F40-6572-0386-2C140B79D25C}"/>
              </a:ext>
            </a:extLst>
          </p:cNvPr>
          <p:cNvSpPr/>
          <p:nvPr/>
        </p:nvSpPr>
        <p:spPr>
          <a:xfrm>
            <a:off x="8022771" y="304800"/>
            <a:ext cx="975067" cy="293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hlinkClick r:id="rId15" action="ppaction://hlinksldjump"/>
            <a:extLst>
              <a:ext uri="{FF2B5EF4-FFF2-40B4-BE49-F238E27FC236}">
                <a16:creationId xmlns:a16="http://schemas.microsoft.com/office/drawing/2014/main" id="{D803203A-18E3-2FEA-D8F2-DACD85DC9DEF}"/>
              </a:ext>
            </a:extLst>
          </p:cNvPr>
          <p:cNvSpPr/>
          <p:nvPr/>
        </p:nvSpPr>
        <p:spPr>
          <a:xfrm>
            <a:off x="10433591" y="6117380"/>
            <a:ext cx="718458" cy="2612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5461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FC7B8-396A-BCA2-E493-B2DA2F1B9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AEFA168-5A7F-35F0-CB2C-5306C8E87D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  <a14:imgEffect>
                      <a14:brightnessContrast bright="-14000" contrast="-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076" y="0"/>
            <a:ext cx="12231076" cy="685800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C7C30C5-6F27-951F-C1A9-CED87BC28856}"/>
              </a:ext>
            </a:extLst>
          </p:cNvPr>
          <p:cNvSpPr/>
          <p:nvPr/>
        </p:nvSpPr>
        <p:spPr>
          <a:xfrm>
            <a:off x="55808" y="-211926"/>
            <a:ext cx="12231076" cy="1502174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38A54D-4E9B-65C3-D08D-686930A00875}"/>
              </a:ext>
            </a:extLst>
          </p:cNvPr>
          <p:cNvSpPr txBox="1"/>
          <p:nvPr/>
        </p:nvSpPr>
        <p:spPr>
          <a:xfrm>
            <a:off x="462337" y="200347"/>
            <a:ext cx="4602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>
                <a:solidFill>
                  <a:schemeClr val="bg1"/>
                </a:solidFill>
                <a:latin typeface="Bahnschrift" panose="020B0502040204020203" pitchFamily="34" charset="0"/>
              </a:rPr>
              <a:t>TAR</a:t>
            </a:r>
            <a:r>
              <a:rPr lang="id-ID" sz="3200" b="1" dirty="0">
                <a:solidFill>
                  <a:srgbClr val="FF0000"/>
                </a:solidFill>
                <a:latin typeface="Bahnschrift" panose="020B0502040204020203" pitchFamily="34" charset="0"/>
              </a:rPr>
              <a:t>EXPRESS</a:t>
            </a:r>
            <a:endParaRPr lang="en-ID" sz="3200" b="1" dirty="0">
              <a:solidFill>
                <a:srgbClr val="FF0000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D31C0B-D3F7-980B-B8F4-859B9519BD41}"/>
              </a:ext>
            </a:extLst>
          </p:cNvPr>
          <p:cNvSpPr txBox="1"/>
          <p:nvPr/>
        </p:nvSpPr>
        <p:spPr>
          <a:xfrm>
            <a:off x="6171346" y="199602"/>
            <a:ext cx="233223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HOME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37811B-E56B-05B7-5497-FD13C253216D}"/>
              </a:ext>
            </a:extLst>
          </p:cNvPr>
          <p:cNvSpPr txBox="1"/>
          <p:nvPr/>
        </p:nvSpPr>
        <p:spPr>
          <a:xfrm>
            <a:off x="9200509" y="199602"/>
            <a:ext cx="1635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TENTANG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1E0B6B-3908-0CE8-A9E0-8116736F6CD8}"/>
              </a:ext>
            </a:extLst>
          </p:cNvPr>
          <p:cNvSpPr txBox="1"/>
          <p:nvPr/>
        </p:nvSpPr>
        <p:spPr>
          <a:xfrm>
            <a:off x="10290271" y="199602"/>
            <a:ext cx="178085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CONTACT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ED6E2A-DA63-A4E5-6BCB-886B408F8ADD}"/>
              </a:ext>
            </a:extLst>
          </p:cNvPr>
          <p:cNvSpPr txBox="1"/>
          <p:nvPr/>
        </p:nvSpPr>
        <p:spPr>
          <a:xfrm>
            <a:off x="7337463" y="199602"/>
            <a:ext cx="2066819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lAYANAN</a:t>
            </a:r>
          </a:p>
          <a:p>
            <a:pPr algn="ctr"/>
            <a:endParaRPr lang="id-ID" sz="2800" b="1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F055E0-D266-0F4D-8733-4FDE137F93D2}"/>
              </a:ext>
            </a:extLst>
          </p:cNvPr>
          <p:cNvSpPr txBox="1"/>
          <p:nvPr/>
        </p:nvSpPr>
        <p:spPr>
          <a:xfrm>
            <a:off x="688367" y="1893976"/>
            <a:ext cx="5969285" cy="58477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id-ID" sz="3200" b="1" dirty="0">
                <a:solidFill>
                  <a:schemeClr val="bg1"/>
                </a:solidFill>
              </a:rPr>
              <a:t>TENTANG KAMI</a:t>
            </a:r>
            <a:endParaRPr lang="en-ID" sz="3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3F77FB-B717-2DFE-E573-AE728FFFB404}"/>
              </a:ext>
            </a:extLst>
          </p:cNvPr>
          <p:cNvSpPr txBox="1"/>
          <p:nvPr/>
        </p:nvSpPr>
        <p:spPr>
          <a:xfrm>
            <a:off x="688367" y="2565580"/>
            <a:ext cx="4623371" cy="113877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ID" sz="2000" b="1" dirty="0">
                <a:solidFill>
                  <a:schemeClr val="bg1"/>
                </a:solidFill>
              </a:rPr>
              <a:t>Kami </a:t>
            </a:r>
            <a:r>
              <a:rPr lang="en-ID" sz="2000" b="1" dirty="0" err="1">
                <a:solidFill>
                  <a:schemeClr val="bg1"/>
                </a:solidFill>
              </a:rPr>
              <a:t>Membuat</a:t>
            </a:r>
            <a:r>
              <a:rPr lang="en-ID" sz="2000" b="1" dirty="0">
                <a:solidFill>
                  <a:schemeClr val="bg1"/>
                </a:solidFill>
              </a:rPr>
              <a:t> </a:t>
            </a:r>
            <a:r>
              <a:rPr lang="en-ID" sz="2000" b="1" dirty="0" err="1">
                <a:solidFill>
                  <a:schemeClr val="bg1"/>
                </a:solidFill>
              </a:rPr>
              <a:t>Bisnis</a:t>
            </a:r>
            <a:r>
              <a:rPr lang="en-ID" sz="2000" b="1" dirty="0">
                <a:solidFill>
                  <a:schemeClr val="bg1"/>
                </a:solidFill>
              </a:rPr>
              <a:t> Anda </a:t>
            </a:r>
            <a:r>
              <a:rPr lang="en-ID" sz="2000" b="1" dirty="0" err="1">
                <a:solidFill>
                  <a:schemeClr val="bg1"/>
                </a:solidFill>
              </a:rPr>
              <a:t>Lebih</a:t>
            </a:r>
            <a:r>
              <a:rPr lang="en-ID" sz="2000" b="1" dirty="0">
                <a:solidFill>
                  <a:schemeClr val="bg1"/>
                </a:solidFill>
              </a:rPr>
              <a:t> </a:t>
            </a:r>
            <a:r>
              <a:rPr lang="en-ID" sz="2000" b="1" dirty="0" err="1">
                <a:solidFill>
                  <a:schemeClr val="bg1"/>
                </a:solidFill>
              </a:rPr>
              <a:t>Efisien</a:t>
            </a:r>
            <a:r>
              <a:rPr lang="en-ID" sz="2000" b="1" dirty="0">
                <a:solidFill>
                  <a:schemeClr val="bg1"/>
                </a:solidFill>
              </a:rPr>
              <a:t> </a:t>
            </a:r>
            <a:r>
              <a:rPr lang="en-ID" sz="2000" b="1" dirty="0" err="1">
                <a:solidFill>
                  <a:schemeClr val="bg1"/>
                </a:solidFill>
              </a:rPr>
              <a:t>dengan</a:t>
            </a:r>
            <a:r>
              <a:rPr lang="en-ID" sz="2000" b="1" dirty="0">
                <a:solidFill>
                  <a:schemeClr val="bg1"/>
                </a:solidFill>
              </a:rPr>
              <a:t> Solusi Logistik Cerdas</a:t>
            </a:r>
          </a:p>
          <a:p>
            <a:endParaRPr lang="en-ID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21" name="Diagram 4">
            <a:extLst>
              <a:ext uri="{FF2B5EF4-FFF2-40B4-BE49-F238E27FC236}">
                <a16:creationId xmlns:a16="http://schemas.microsoft.com/office/drawing/2014/main" id="{BCF7BF3C-167B-2390-FD55-3FAD5DC9C9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836101"/>
              </p:ext>
            </p:extLst>
          </p:nvPr>
        </p:nvGraphicFramePr>
        <p:xfrm>
          <a:off x="3000052" y="1185568"/>
          <a:ext cx="1736335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E5C1019-0989-EF83-4E11-69AC18496403}"/>
              </a:ext>
            </a:extLst>
          </p:cNvPr>
          <p:cNvSpPr txBox="1"/>
          <p:nvPr/>
        </p:nvSpPr>
        <p:spPr>
          <a:xfrm>
            <a:off x="688366" y="3375714"/>
            <a:ext cx="11153113" cy="295465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2400" b="1" dirty="0">
                <a:solidFill>
                  <a:schemeClr val="bg1"/>
                </a:solidFill>
              </a:rPr>
              <a:t>Express Delivery </a:t>
            </a:r>
            <a:r>
              <a:rPr lang="en-ID" sz="2400" b="1" dirty="0" err="1">
                <a:solidFill>
                  <a:schemeClr val="bg1"/>
                </a:solidFill>
              </a:rPr>
              <a:t>hadir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sebagai</a:t>
            </a:r>
            <a:r>
              <a:rPr lang="en-ID" sz="2400" b="1" dirty="0">
                <a:solidFill>
                  <a:schemeClr val="bg1"/>
                </a:solidFill>
              </a:rPr>
              <a:t> platform </a:t>
            </a:r>
            <a:r>
              <a:rPr lang="en-ID" sz="2400" b="1" dirty="0" err="1">
                <a:solidFill>
                  <a:schemeClr val="bg1"/>
                </a:solidFill>
              </a:rPr>
              <a:t>logistik</a:t>
            </a:r>
            <a:r>
              <a:rPr lang="en-ID" sz="2400" b="1" dirty="0">
                <a:solidFill>
                  <a:schemeClr val="bg1"/>
                </a:solidFill>
              </a:rPr>
              <a:t> modern yang </a:t>
            </a:r>
            <a:r>
              <a:rPr lang="en-ID" sz="2400" b="1" dirty="0" err="1">
                <a:solidFill>
                  <a:schemeClr val="bg1"/>
                </a:solidFill>
              </a:rPr>
              <a:t>menghubungkan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bisnis</a:t>
            </a:r>
            <a:r>
              <a:rPr lang="en-ID" sz="2400" b="1" dirty="0">
                <a:solidFill>
                  <a:schemeClr val="bg1"/>
                </a:solidFill>
              </a:rPr>
              <a:t> Anda </a:t>
            </a:r>
            <a:r>
              <a:rPr lang="en-ID" sz="2400" b="1" dirty="0" err="1">
                <a:solidFill>
                  <a:schemeClr val="bg1"/>
                </a:solidFill>
              </a:rPr>
              <a:t>dengan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seluruh</a:t>
            </a:r>
            <a:r>
              <a:rPr lang="en-ID" sz="2400" b="1" dirty="0">
                <a:solidFill>
                  <a:schemeClr val="bg1"/>
                </a:solidFill>
              </a:rPr>
              <a:t> dunia. </a:t>
            </a:r>
            <a:r>
              <a:rPr lang="en-ID" sz="2400" b="1" dirty="0" err="1">
                <a:solidFill>
                  <a:schemeClr val="bg1"/>
                </a:solidFill>
              </a:rPr>
              <a:t>Dengan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teknologi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terdepan</a:t>
            </a:r>
            <a:r>
              <a:rPr lang="en-ID" sz="2400" b="1" dirty="0">
                <a:solidFill>
                  <a:schemeClr val="bg1"/>
                </a:solidFill>
              </a:rPr>
              <a:t> dan </a:t>
            </a:r>
            <a:r>
              <a:rPr lang="en-ID" sz="2400" b="1" dirty="0" err="1">
                <a:solidFill>
                  <a:schemeClr val="bg1"/>
                </a:solidFill>
              </a:rPr>
              <a:t>jaringan</a:t>
            </a:r>
            <a:r>
              <a:rPr lang="en-ID" sz="2400" b="1" dirty="0">
                <a:solidFill>
                  <a:schemeClr val="bg1"/>
                </a:solidFill>
              </a:rPr>
              <a:t> partner global, kami </a:t>
            </a:r>
            <a:r>
              <a:rPr lang="en-ID" sz="2400" b="1" dirty="0" err="1">
                <a:solidFill>
                  <a:schemeClr val="bg1"/>
                </a:solidFill>
              </a:rPr>
              <a:t>memberikan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solusi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pengiriman</a:t>
            </a:r>
            <a:r>
              <a:rPr lang="en-ID" sz="2400" b="1" dirty="0">
                <a:solidFill>
                  <a:schemeClr val="bg1"/>
                </a:solidFill>
              </a:rPr>
              <a:t> yang </a:t>
            </a:r>
            <a:r>
              <a:rPr lang="en-ID" sz="2400" b="1" dirty="0" err="1">
                <a:solidFill>
                  <a:schemeClr val="bg1"/>
                </a:solidFill>
              </a:rPr>
              <a:t>cepat</a:t>
            </a:r>
            <a:r>
              <a:rPr lang="en-ID" sz="2400" b="1" dirty="0">
                <a:solidFill>
                  <a:schemeClr val="bg1"/>
                </a:solidFill>
              </a:rPr>
              <a:t>, </a:t>
            </a:r>
            <a:r>
              <a:rPr lang="en-ID" sz="2400" b="1" dirty="0" err="1">
                <a:solidFill>
                  <a:schemeClr val="bg1"/>
                </a:solidFill>
              </a:rPr>
              <a:t>aman</a:t>
            </a:r>
            <a:r>
              <a:rPr lang="en-ID" sz="2400" b="1" dirty="0">
                <a:solidFill>
                  <a:schemeClr val="bg1"/>
                </a:solidFill>
              </a:rPr>
              <a:t>, dan </a:t>
            </a:r>
            <a:r>
              <a:rPr lang="en-ID" sz="2400" b="1" dirty="0" err="1">
                <a:solidFill>
                  <a:schemeClr val="bg1"/>
                </a:solidFill>
              </a:rPr>
              <a:t>terpercaya</a:t>
            </a:r>
            <a:r>
              <a:rPr lang="en-ID" sz="2400" b="1" dirty="0">
                <a:solidFill>
                  <a:schemeClr val="bg1"/>
                </a:solidFill>
              </a:rPr>
              <a:t>.</a:t>
            </a:r>
          </a:p>
          <a:p>
            <a:r>
              <a:rPr lang="en-ID" sz="2400" b="1" dirty="0" err="1">
                <a:solidFill>
                  <a:schemeClr val="bg1"/>
                </a:solidFill>
              </a:rPr>
              <a:t>Dengan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kombinasi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teknologi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canggih</a:t>
            </a:r>
            <a:r>
              <a:rPr lang="en-ID" sz="2400" b="1" dirty="0">
                <a:solidFill>
                  <a:schemeClr val="bg1"/>
                </a:solidFill>
              </a:rPr>
              <a:t> dan </a:t>
            </a:r>
            <a:r>
              <a:rPr lang="en-ID" sz="2400" b="1" dirty="0" err="1">
                <a:solidFill>
                  <a:schemeClr val="bg1"/>
                </a:solidFill>
              </a:rPr>
              <a:t>pengalaman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lebih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dari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satu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dekade</a:t>
            </a:r>
            <a:r>
              <a:rPr lang="en-ID" sz="2400" b="1" dirty="0">
                <a:solidFill>
                  <a:schemeClr val="bg1"/>
                </a:solidFill>
              </a:rPr>
              <a:t>, kami </a:t>
            </a:r>
            <a:r>
              <a:rPr lang="en-ID" sz="2400" b="1" dirty="0" err="1">
                <a:solidFill>
                  <a:schemeClr val="bg1"/>
                </a:solidFill>
              </a:rPr>
              <a:t>terus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berinovasi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untuk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memberikan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layanan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terbaik</a:t>
            </a:r>
            <a:r>
              <a:rPr lang="en-ID" sz="2400" b="1" dirty="0">
                <a:solidFill>
                  <a:schemeClr val="bg1"/>
                </a:solidFill>
              </a:rPr>
              <a:t>. Dari </a:t>
            </a:r>
            <a:r>
              <a:rPr lang="en-ID" sz="2400" b="1" dirty="0" err="1">
                <a:solidFill>
                  <a:schemeClr val="bg1"/>
                </a:solidFill>
              </a:rPr>
              <a:t>pengiriman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domestik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hingga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internasional</a:t>
            </a:r>
            <a:r>
              <a:rPr lang="en-ID" sz="2400" b="1" dirty="0">
                <a:solidFill>
                  <a:schemeClr val="bg1"/>
                </a:solidFill>
              </a:rPr>
              <a:t>, </a:t>
            </a:r>
            <a:r>
              <a:rPr lang="en-ID" sz="2400" b="1" dirty="0" err="1">
                <a:solidFill>
                  <a:schemeClr val="bg1"/>
                </a:solidFill>
              </a:rPr>
              <a:t>dari</a:t>
            </a:r>
            <a:r>
              <a:rPr lang="en-ID" sz="2400" b="1" dirty="0">
                <a:solidFill>
                  <a:schemeClr val="bg1"/>
                </a:solidFill>
              </a:rPr>
              <a:t> UMKM </a:t>
            </a:r>
            <a:r>
              <a:rPr lang="en-ID" sz="2400" b="1" dirty="0" err="1">
                <a:solidFill>
                  <a:schemeClr val="bg1"/>
                </a:solidFill>
              </a:rPr>
              <a:t>hingga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korporasi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besar</a:t>
            </a:r>
            <a:r>
              <a:rPr lang="en-ID" sz="2400" b="1" dirty="0">
                <a:solidFill>
                  <a:schemeClr val="bg1"/>
                </a:solidFill>
              </a:rPr>
              <a:t> - kami </a:t>
            </a:r>
            <a:r>
              <a:rPr lang="en-ID" sz="2400" b="1" dirty="0" err="1">
                <a:solidFill>
                  <a:schemeClr val="bg1"/>
                </a:solidFill>
              </a:rPr>
              <a:t>memahami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setiap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kebutuhan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unik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b="1" dirty="0" err="1">
                <a:solidFill>
                  <a:schemeClr val="bg1"/>
                </a:solidFill>
              </a:rPr>
              <a:t>bisnis</a:t>
            </a:r>
            <a:r>
              <a:rPr lang="en-ID" sz="2400" b="1" dirty="0">
                <a:solidFill>
                  <a:schemeClr val="bg1"/>
                </a:solidFill>
              </a:rPr>
              <a:t> modern.</a:t>
            </a:r>
          </a:p>
          <a:p>
            <a:endParaRPr lang="en-ID" dirty="0"/>
          </a:p>
        </p:txBody>
      </p:sp>
      <p:sp>
        <p:nvSpPr>
          <p:cNvPr id="6" name="Rectangle 5">
            <a:hlinkClick r:id="rId11" action="ppaction://hlinksldjump"/>
            <a:extLst>
              <a:ext uri="{FF2B5EF4-FFF2-40B4-BE49-F238E27FC236}">
                <a16:creationId xmlns:a16="http://schemas.microsoft.com/office/drawing/2014/main" id="{CFDB6296-76DC-8A8C-814E-E611D4D23817}"/>
              </a:ext>
            </a:extLst>
          </p:cNvPr>
          <p:cNvSpPr/>
          <p:nvPr/>
        </p:nvSpPr>
        <p:spPr>
          <a:xfrm>
            <a:off x="6975911" y="304799"/>
            <a:ext cx="766310" cy="2939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 10">
            <a:hlinkClick r:id="rId12" action="ppaction://hlinksldjump"/>
            <a:extLst>
              <a:ext uri="{FF2B5EF4-FFF2-40B4-BE49-F238E27FC236}">
                <a16:creationId xmlns:a16="http://schemas.microsoft.com/office/drawing/2014/main" id="{AD363FD7-D8E8-5925-A7B3-F3B0B1FF6638}"/>
              </a:ext>
            </a:extLst>
          </p:cNvPr>
          <p:cNvSpPr/>
          <p:nvPr/>
        </p:nvSpPr>
        <p:spPr>
          <a:xfrm>
            <a:off x="10634590" y="304800"/>
            <a:ext cx="1095073" cy="293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hlinkClick r:id="rId13" action="ppaction://hlinksldjump"/>
            <a:extLst>
              <a:ext uri="{FF2B5EF4-FFF2-40B4-BE49-F238E27FC236}">
                <a16:creationId xmlns:a16="http://schemas.microsoft.com/office/drawing/2014/main" id="{B4D4CC18-B9EC-3DD6-8FEF-65EA24B84938}"/>
              </a:ext>
            </a:extLst>
          </p:cNvPr>
          <p:cNvSpPr/>
          <p:nvPr/>
        </p:nvSpPr>
        <p:spPr>
          <a:xfrm>
            <a:off x="9277380" y="304799"/>
            <a:ext cx="1048158" cy="29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 15">
            <a:hlinkClick r:id="rId14" action="ppaction://hlinksldjump"/>
            <a:extLst>
              <a:ext uri="{FF2B5EF4-FFF2-40B4-BE49-F238E27FC236}">
                <a16:creationId xmlns:a16="http://schemas.microsoft.com/office/drawing/2014/main" id="{431159E7-2EFC-767C-2A61-8D351C0A6710}"/>
              </a:ext>
            </a:extLst>
          </p:cNvPr>
          <p:cNvSpPr/>
          <p:nvPr/>
        </p:nvSpPr>
        <p:spPr>
          <a:xfrm>
            <a:off x="7902172" y="304800"/>
            <a:ext cx="1033746" cy="293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885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03D0C8C-6C47-D75C-5AFE-500AA8BBF2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076" y="0"/>
            <a:ext cx="12231076" cy="6858000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787400" dist="444500" dir="17820000" sx="162000" sy="162000" algn="ctr" rotWithShape="0">
              <a:srgbClr val="000000">
                <a:alpha val="0"/>
              </a:srgbClr>
            </a:outerShdw>
            <a:reflection blurRad="6350" stA="52000" endA="300" endPos="35000" dir="5400000" sy="-100000" algn="bl" rotWithShape="0"/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408E696-923F-D382-B760-89E3DDEA007F}"/>
              </a:ext>
            </a:extLst>
          </p:cNvPr>
          <p:cNvSpPr/>
          <p:nvPr/>
        </p:nvSpPr>
        <p:spPr>
          <a:xfrm>
            <a:off x="55808" y="-211926"/>
            <a:ext cx="12231076" cy="1502174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39FFEA-82CC-89D6-3731-778E6192B2E9}"/>
              </a:ext>
            </a:extLst>
          </p:cNvPr>
          <p:cNvSpPr txBox="1"/>
          <p:nvPr/>
        </p:nvSpPr>
        <p:spPr>
          <a:xfrm>
            <a:off x="462337" y="200347"/>
            <a:ext cx="4602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>
                <a:solidFill>
                  <a:schemeClr val="bg1"/>
                </a:solidFill>
                <a:latin typeface="Bahnschrift" panose="020B0502040204020203" pitchFamily="34" charset="0"/>
              </a:rPr>
              <a:t>TAR</a:t>
            </a:r>
            <a:r>
              <a:rPr lang="id-ID" sz="3200" b="1" dirty="0">
                <a:solidFill>
                  <a:srgbClr val="FF0000"/>
                </a:solidFill>
                <a:latin typeface="Bahnschrift" panose="020B0502040204020203" pitchFamily="34" charset="0"/>
              </a:rPr>
              <a:t>EXPRESS</a:t>
            </a:r>
            <a:endParaRPr lang="en-ID" sz="3200" b="1" dirty="0">
              <a:solidFill>
                <a:srgbClr val="FF0000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F15FFF-30C8-2041-2BD2-2D4DDAD34C80}"/>
              </a:ext>
            </a:extLst>
          </p:cNvPr>
          <p:cNvSpPr txBox="1"/>
          <p:nvPr/>
        </p:nvSpPr>
        <p:spPr>
          <a:xfrm>
            <a:off x="6171346" y="199602"/>
            <a:ext cx="233223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HOME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79400E-4035-7F94-AAA1-A92FCC068C5A}"/>
              </a:ext>
            </a:extLst>
          </p:cNvPr>
          <p:cNvSpPr txBox="1"/>
          <p:nvPr/>
        </p:nvSpPr>
        <p:spPr>
          <a:xfrm>
            <a:off x="9200508" y="199602"/>
            <a:ext cx="1780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TENTANG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11557F-B0B0-41C1-3D7D-92F4448C8E6E}"/>
              </a:ext>
            </a:extLst>
          </p:cNvPr>
          <p:cNvSpPr txBox="1"/>
          <p:nvPr/>
        </p:nvSpPr>
        <p:spPr>
          <a:xfrm>
            <a:off x="10168696" y="199602"/>
            <a:ext cx="178085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CONTACT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646294-994A-56E7-590F-F58375C13AEE}"/>
              </a:ext>
            </a:extLst>
          </p:cNvPr>
          <p:cNvSpPr txBox="1"/>
          <p:nvPr/>
        </p:nvSpPr>
        <p:spPr>
          <a:xfrm>
            <a:off x="7470170" y="199602"/>
            <a:ext cx="2066819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lAYANAN</a:t>
            </a:r>
          </a:p>
          <a:p>
            <a:pPr algn="ctr"/>
            <a:endParaRPr lang="id-ID" sz="2800" b="1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  <p:graphicFrame>
        <p:nvGraphicFramePr>
          <p:cNvPr id="30" name="Diagram 4">
            <a:extLst>
              <a:ext uri="{FF2B5EF4-FFF2-40B4-BE49-F238E27FC236}">
                <a16:creationId xmlns:a16="http://schemas.microsoft.com/office/drawing/2014/main" id="{A0247AFD-A8CA-545E-2348-42DF55C2E0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3814266"/>
              </p:ext>
            </p:extLst>
          </p:nvPr>
        </p:nvGraphicFramePr>
        <p:xfrm>
          <a:off x="3000052" y="1185568"/>
          <a:ext cx="1736335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3B7F128-3C35-2E88-743C-7F63BF5021CC}"/>
              </a:ext>
            </a:extLst>
          </p:cNvPr>
          <p:cNvSpPr/>
          <p:nvPr/>
        </p:nvSpPr>
        <p:spPr>
          <a:xfrm>
            <a:off x="7720877" y="1153709"/>
            <a:ext cx="3740098" cy="4933731"/>
          </a:xfrm>
          <a:custGeom>
            <a:avLst/>
            <a:gdLst>
              <a:gd name="connsiteX0" fmla="*/ 0 w 3740098"/>
              <a:gd name="connsiteY0" fmla="*/ 623362 h 4933731"/>
              <a:gd name="connsiteX1" fmla="*/ 623362 w 3740098"/>
              <a:gd name="connsiteY1" fmla="*/ 0 h 4933731"/>
              <a:gd name="connsiteX2" fmla="*/ 3116736 w 3740098"/>
              <a:gd name="connsiteY2" fmla="*/ 0 h 4933731"/>
              <a:gd name="connsiteX3" fmla="*/ 3740098 w 3740098"/>
              <a:gd name="connsiteY3" fmla="*/ 623362 h 4933731"/>
              <a:gd name="connsiteX4" fmla="*/ 3740098 w 3740098"/>
              <a:gd name="connsiteY4" fmla="*/ 4310369 h 4933731"/>
              <a:gd name="connsiteX5" fmla="*/ 3116736 w 3740098"/>
              <a:gd name="connsiteY5" fmla="*/ 4933731 h 4933731"/>
              <a:gd name="connsiteX6" fmla="*/ 623362 w 3740098"/>
              <a:gd name="connsiteY6" fmla="*/ 4933731 h 4933731"/>
              <a:gd name="connsiteX7" fmla="*/ 0 w 3740098"/>
              <a:gd name="connsiteY7" fmla="*/ 4310369 h 4933731"/>
              <a:gd name="connsiteX8" fmla="*/ 0 w 3740098"/>
              <a:gd name="connsiteY8" fmla="*/ 623362 h 4933731"/>
              <a:gd name="connsiteX0" fmla="*/ 0 w 3740098"/>
              <a:gd name="connsiteY0" fmla="*/ 623362 h 4933731"/>
              <a:gd name="connsiteX1" fmla="*/ 623362 w 3740098"/>
              <a:gd name="connsiteY1" fmla="*/ 0 h 4933731"/>
              <a:gd name="connsiteX2" fmla="*/ 3094965 w 3740098"/>
              <a:gd name="connsiteY2" fmla="*/ 478971 h 4933731"/>
              <a:gd name="connsiteX3" fmla="*/ 3740098 w 3740098"/>
              <a:gd name="connsiteY3" fmla="*/ 623362 h 4933731"/>
              <a:gd name="connsiteX4" fmla="*/ 3740098 w 3740098"/>
              <a:gd name="connsiteY4" fmla="*/ 4310369 h 4933731"/>
              <a:gd name="connsiteX5" fmla="*/ 3116736 w 3740098"/>
              <a:gd name="connsiteY5" fmla="*/ 4933731 h 4933731"/>
              <a:gd name="connsiteX6" fmla="*/ 623362 w 3740098"/>
              <a:gd name="connsiteY6" fmla="*/ 4933731 h 4933731"/>
              <a:gd name="connsiteX7" fmla="*/ 0 w 3740098"/>
              <a:gd name="connsiteY7" fmla="*/ 4310369 h 4933731"/>
              <a:gd name="connsiteX8" fmla="*/ 0 w 3740098"/>
              <a:gd name="connsiteY8" fmla="*/ 623362 h 4933731"/>
              <a:gd name="connsiteX0" fmla="*/ 0 w 3740098"/>
              <a:gd name="connsiteY0" fmla="*/ 623362 h 4933731"/>
              <a:gd name="connsiteX1" fmla="*/ 623362 w 3740098"/>
              <a:gd name="connsiteY1" fmla="*/ 0 h 4933731"/>
              <a:gd name="connsiteX2" fmla="*/ 3094965 w 3740098"/>
              <a:gd name="connsiteY2" fmla="*/ 478971 h 4933731"/>
              <a:gd name="connsiteX3" fmla="*/ 3740098 w 3740098"/>
              <a:gd name="connsiteY3" fmla="*/ 623362 h 4933731"/>
              <a:gd name="connsiteX4" fmla="*/ 3740098 w 3740098"/>
              <a:gd name="connsiteY4" fmla="*/ 4310369 h 4933731"/>
              <a:gd name="connsiteX5" fmla="*/ 3116736 w 3740098"/>
              <a:gd name="connsiteY5" fmla="*/ 4933731 h 4933731"/>
              <a:gd name="connsiteX6" fmla="*/ 623362 w 3740098"/>
              <a:gd name="connsiteY6" fmla="*/ 4933731 h 4933731"/>
              <a:gd name="connsiteX7" fmla="*/ 0 w 3740098"/>
              <a:gd name="connsiteY7" fmla="*/ 4310369 h 4933731"/>
              <a:gd name="connsiteX8" fmla="*/ 0 w 3740098"/>
              <a:gd name="connsiteY8" fmla="*/ 623362 h 4933731"/>
              <a:gd name="connsiteX0" fmla="*/ 0 w 3740098"/>
              <a:gd name="connsiteY0" fmla="*/ 623362 h 4933731"/>
              <a:gd name="connsiteX1" fmla="*/ 623362 w 3740098"/>
              <a:gd name="connsiteY1" fmla="*/ 0 h 4933731"/>
              <a:gd name="connsiteX2" fmla="*/ 3094965 w 3740098"/>
              <a:gd name="connsiteY2" fmla="*/ 478971 h 4933731"/>
              <a:gd name="connsiteX3" fmla="*/ 3740098 w 3740098"/>
              <a:gd name="connsiteY3" fmla="*/ 623362 h 4933731"/>
              <a:gd name="connsiteX4" fmla="*/ 3740098 w 3740098"/>
              <a:gd name="connsiteY4" fmla="*/ 4310369 h 4933731"/>
              <a:gd name="connsiteX5" fmla="*/ 3116736 w 3740098"/>
              <a:gd name="connsiteY5" fmla="*/ 4933731 h 4933731"/>
              <a:gd name="connsiteX6" fmla="*/ 623362 w 3740098"/>
              <a:gd name="connsiteY6" fmla="*/ 4933731 h 4933731"/>
              <a:gd name="connsiteX7" fmla="*/ 0 w 3740098"/>
              <a:gd name="connsiteY7" fmla="*/ 4310369 h 4933731"/>
              <a:gd name="connsiteX8" fmla="*/ 0 w 3740098"/>
              <a:gd name="connsiteY8" fmla="*/ 623362 h 4933731"/>
              <a:gd name="connsiteX0" fmla="*/ 0 w 3740098"/>
              <a:gd name="connsiteY0" fmla="*/ 623362 h 4933731"/>
              <a:gd name="connsiteX1" fmla="*/ 623362 w 3740098"/>
              <a:gd name="connsiteY1" fmla="*/ 0 h 4933731"/>
              <a:gd name="connsiteX2" fmla="*/ 3094965 w 3740098"/>
              <a:gd name="connsiteY2" fmla="*/ 478971 h 4933731"/>
              <a:gd name="connsiteX3" fmla="*/ 3740098 w 3740098"/>
              <a:gd name="connsiteY3" fmla="*/ 623362 h 4933731"/>
              <a:gd name="connsiteX4" fmla="*/ 3740098 w 3740098"/>
              <a:gd name="connsiteY4" fmla="*/ 4310369 h 4933731"/>
              <a:gd name="connsiteX5" fmla="*/ 3116736 w 3740098"/>
              <a:gd name="connsiteY5" fmla="*/ 4933731 h 4933731"/>
              <a:gd name="connsiteX6" fmla="*/ 623362 w 3740098"/>
              <a:gd name="connsiteY6" fmla="*/ 4933731 h 4933731"/>
              <a:gd name="connsiteX7" fmla="*/ 0 w 3740098"/>
              <a:gd name="connsiteY7" fmla="*/ 4310369 h 4933731"/>
              <a:gd name="connsiteX8" fmla="*/ 0 w 3740098"/>
              <a:gd name="connsiteY8" fmla="*/ 623362 h 4933731"/>
              <a:gd name="connsiteX0" fmla="*/ 0 w 3740098"/>
              <a:gd name="connsiteY0" fmla="*/ 623362 h 4933731"/>
              <a:gd name="connsiteX1" fmla="*/ 623362 w 3740098"/>
              <a:gd name="connsiteY1" fmla="*/ 0 h 4933731"/>
              <a:gd name="connsiteX2" fmla="*/ 3094965 w 3740098"/>
              <a:gd name="connsiteY2" fmla="*/ 478971 h 4933731"/>
              <a:gd name="connsiteX3" fmla="*/ 3740098 w 3740098"/>
              <a:gd name="connsiteY3" fmla="*/ 623362 h 4933731"/>
              <a:gd name="connsiteX4" fmla="*/ 3740098 w 3740098"/>
              <a:gd name="connsiteY4" fmla="*/ 4310369 h 4933731"/>
              <a:gd name="connsiteX5" fmla="*/ 3116736 w 3740098"/>
              <a:gd name="connsiteY5" fmla="*/ 4933731 h 4933731"/>
              <a:gd name="connsiteX6" fmla="*/ 623362 w 3740098"/>
              <a:gd name="connsiteY6" fmla="*/ 4933731 h 4933731"/>
              <a:gd name="connsiteX7" fmla="*/ 174171 w 3740098"/>
              <a:gd name="connsiteY7" fmla="*/ 3755198 h 4933731"/>
              <a:gd name="connsiteX8" fmla="*/ 0 w 3740098"/>
              <a:gd name="connsiteY8" fmla="*/ 623362 h 4933731"/>
              <a:gd name="connsiteX0" fmla="*/ 0 w 3740098"/>
              <a:gd name="connsiteY0" fmla="*/ 623362 h 4933731"/>
              <a:gd name="connsiteX1" fmla="*/ 623362 w 3740098"/>
              <a:gd name="connsiteY1" fmla="*/ 0 h 4933731"/>
              <a:gd name="connsiteX2" fmla="*/ 3094965 w 3740098"/>
              <a:gd name="connsiteY2" fmla="*/ 478971 h 4933731"/>
              <a:gd name="connsiteX3" fmla="*/ 3740098 w 3740098"/>
              <a:gd name="connsiteY3" fmla="*/ 623362 h 4933731"/>
              <a:gd name="connsiteX4" fmla="*/ 3740098 w 3740098"/>
              <a:gd name="connsiteY4" fmla="*/ 4310369 h 4933731"/>
              <a:gd name="connsiteX5" fmla="*/ 3018764 w 3740098"/>
              <a:gd name="connsiteY5" fmla="*/ 4509188 h 4933731"/>
              <a:gd name="connsiteX6" fmla="*/ 623362 w 3740098"/>
              <a:gd name="connsiteY6" fmla="*/ 4933731 h 4933731"/>
              <a:gd name="connsiteX7" fmla="*/ 174171 w 3740098"/>
              <a:gd name="connsiteY7" fmla="*/ 3755198 h 4933731"/>
              <a:gd name="connsiteX8" fmla="*/ 0 w 3740098"/>
              <a:gd name="connsiteY8" fmla="*/ 623362 h 4933731"/>
              <a:gd name="connsiteX0" fmla="*/ 0 w 3740098"/>
              <a:gd name="connsiteY0" fmla="*/ 623362 h 4933731"/>
              <a:gd name="connsiteX1" fmla="*/ 623362 w 3740098"/>
              <a:gd name="connsiteY1" fmla="*/ 0 h 4933731"/>
              <a:gd name="connsiteX2" fmla="*/ 3094965 w 3740098"/>
              <a:gd name="connsiteY2" fmla="*/ 478971 h 4933731"/>
              <a:gd name="connsiteX3" fmla="*/ 3740098 w 3740098"/>
              <a:gd name="connsiteY3" fmla="*/ 623362 h 4933731"/>
              <a:gd name="connsiteX4" fmla="*/ 3622037 w 3740098"/>
              <a:gd name="connsiteY4" fmla="*/ 2362377 h 4933731"/>
              <a:gd name="connsiteX5" fmla="*/ 3740098 w 3740098"/>
              <a:gd name="connsiteY5" fmla="*/ 4310369 h 4933731"/>
              <a:gd name="connsiteX6" fmla="*/ 3018764 w 3740098"/>
              <a:gd name="connsiteY6" fmla="*/ 4509188 h 4933731"/>
              <a:gd name="connsiteX7" fmla="*/ 623362 w 3740098"/>
              <a:gd name="connsiteY7" fmla="*/ 4933731 h 4933731"/>
              <a:gd name="connsiteX8" fmla="*/ 174171 w 3740098"/>
              <a:gd name="connsiteY8" fmla="*/ 3755198 h 4933731"/>
              <a:gd name="connsiteX9" fmla="*/ 0 w 3740098"/>
              <a:gd name="connsiteY9" fmla="*/ 623362 h 493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40098" h="4933731">
                <a:moveTo>
                  <a:pt x="0" y="623362"/>
                </a:moveTo>
                <a:cubicBezTo>
                  <a:pt x="0" y="279089"/>
                  <a:pt x="279089" y="0"/>
                  <a:pt x="623362" y="0"/>
                </a:cubicBezTo>
                <a:cubicBezTo>
                  <a:pt x="1454487" y="0"/>
                  <a:pt x="2263840" y="478971"/>
                  <a:pt x="3094965" y="478971"/>
                </a:cubicBezTo>
                <a:cubicBezTo>
                  <a:pt x="3493667" y="435428"/>
                  <a:pt x="3740098" y="279089"/>
                  <a:pt x="3740098" y="623362"/>
                </a:cubicBezTo>
                <a:cubicBezTo>
                  <a:pt x="3737030" y="1213919"/>
                  <a:pt x="3625105" y="1771820"/>
                  <a:pt x="3622037" y="2362377"/>
                </a:cubicBezTo>
                <a:lnTo>
                  <a:pt x="3740098" y="4310369"/>
                </a:lnTo>
                <a:cubicBezTo>
                  <a:pt x="3740098" y="4654642"/>
                  <a:pt x="3363037" y="4509188"/>
                  <a:pt x="3018764" y="4509188"/>
                </a:cubicBezTo>
                <a:lnTo>
                  <a:pt x="623362" y="4933731"/>
                </a:lnTo>
                <a:cubicBezTo>
                  <a:pt x="279089" y="4933731"/>
                  <a:pt x="174171" y="4099471"/>
                  <a:pt x="174171" y="3755198"/>
                </a:cubicBezTo>
                <a:lnTo>
                  <a:pt x="0" y="623362"/>
                </a:lnTo>
                <a:close/>
              </a:path>
            </a:pathLst>
          </a:cu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635000"/>
          </a:effectLst>
          <a:scene3d>
            <a:camera prst="orthographicFront"/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11" name="Graphic 10" descr="Speaker Phone">
            <a:extLst>
              <a:ext uri="{FF2B5EF4-FFF2-40B4-BE49-F238E27FC236}">
                <a16:creationId xmlns:a16="http://schemas.microsoft.com/office/drawing/2014/main" id="{82AAEFAD-938B-A4DD-70C5-4A05AAC183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20877" y="2841778"/>
            <a:ext cx="914400" cy="642257"/>
          </a:xfrm>
          <a:prstGeom prst="rect">
            <a:avLst/>
          </a:prstGeom>
          <a:scene3d>
            <a:camera prst="perspectiveContrastingLeftFacing"/>
            <a:lightRig rig="threePt" dir="t"/>
          </a:scene3d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B5C3FB0-0D35-F4AD-DE0F-5C9ECBA93A63}"/>
              </a:ext>
            </a:extLst>
          </p:cNvPr>
          <p:cNvSpPr txBox="1"/>
          <p:nvPr/>
        </p:nvSpPr>
        <p:spPr>
          <a:xfrm>
            <a:off x="8451027" y="2952791"/>
            <a:ext cx="2825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/>
              <a:t>+ 6283157993763</a:t>
            </a:r>
            <a:endParaRPr lang="en-ID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8D4765F-A5C5-A609-9637-3E77C99D55E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375" b="99831" l="9954" r="89931">
                        <a14:foregroundMark x1="54167" y1="11909" x2="59838" y2="15456"/>
                        <a14:foregroundMark x1="48958" y1="11571" x2="44676" y2="16216"/>
                        <a14:foregroundMark x1="42708" y1="14611" x2="42477" y2="18919"/>
                        <a14:foregroundMark x1="43519" y1="14611" x2="41319" y2="19679"/>
                        <a14:foregroundMark x1="45255" y1="10980" x2="39583" y2="18750"/>
                        <a14:foregroundMark x1="41782" y1="20017" x2="44213" y2="24493"/>
                        <a14:foregroundMark x1="60764" y1="13514" x2="62963" y2="18412"/>
                        <a14:foregroundMark x1="45042" y1="10726" x2="43056" y2="13682"/>
                        <a14:foregroundMark x1="45325" y1="10304" x2="45042" y2="10726"/>
                        <a14:foregroundMark x1="45949" y1="9375" x2="45325" y2="10304"/>
                        <a14:foregroundMark x1="47454" y1="74409" x2="35648" y2="99662"/>
                        <a14:foregroundMark x1="35648" y1="99662" x2="35069" y2="99831"/>
                        <a14:foregroundMark x1="59491" y1="78716" x2="62037" y2="92821"/>
                        <a14:backgroundMark x1="45486" y1="8784" x2="45833" y2="8108"/>
                        <a14:backgroundMark x1="42014" y1="10726" x2="42014" y2="10726"/>
                        <a14:backgroundMark x1="43171" y1="10304" x2="43171" y2="10304"/>
                        <a14:backgroundMark x1="78009" y1="49578" x2="78009" y2="49578"/>
                        <a14:backgroundMark x1="78009" y1="50591" x2="78009" y2="50591"/>
                        <a14:backgroundMark x1="77431" y1="60642" x2="77431" y2="60642"/>
                        <a14:backgroundMark x1="51968" y1="90118" x2="51968" y2="90118"/>
                        <a14:backgroundMark x1="51389" y1="94764" x2="51389" y2="94764"/>
                        <a14:backgroundMark x1="51620" y1="89865" x2="51389" y2="96959"/>
                        <a14:backgroundMark x1="39120" y1="27787" x2="39120" y2="27787"/>
                        <a14:backgroundMark x1="38194" y1="25845" x2="42014" y2="297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0689" y="1069181"/>
            <a:ext cx="4224273" cy="578881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1B7FD5A-76EB-BED5-46CC-D54DF85BAE25}"/>
              </a:ext>
            </a:extLst>
          </p:cNvPr>
          <p:cNvSpPr txBox="1"/>
          <p:nvPr/>
        </p:nvSpPr>
        <p:spPr>
          <a:xfrm>
            <a:off x="8073543" y="1260328"/>
            <a:ext cx="2643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600" b="1" dirty="0">
                <a:latin typeface="Bahnschrift Light Condensed" panose="020B0502040204020203" pitchFamily="34" charset="0"/>
              </a:rPr>
              <a:t>CONTACT PERSON</a:t>
            </a:r>
            <a:endParaRPr lang="en-ID" sz="3600" b="1" dirty="0">
              <a:latin typeface="Bahnschrift Light Condensed" panose="020B0502040204020203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98962EC-AE6B-1E72-2750-BE0EDFD74D7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080" b="99153" l="10000" r="91667">
                        <a14:foregroundMark x1="51481" y1="51211" x2="69444" y2="38983"/>
                        <a14:foregroundMark x1="49630" y1="48063" x2="63889" y2="33898"/>
                        <a14:foregroundMark x1="50000" y1="44794" x2="57963" y2="31356"/>
                        <a14:foregroundMark x1="51481" y1="33172" x2="55370" y2="13923"/>
                        <a14:foregroundMark x1="55370" y1="13923" x2="56481" y2="12954"/>
                        <a14:foregroundMark x1="52778" y1="36441" x2="61481" y2="11259"/>
                        <a14:foregroundMark x1="54630" y1="39709" x2="61852" y2="24939"/>
                        <a14:foregroundMark x1="61852" y1="24939" x2="62778" y2="24334"/>
                        <a14:foregroundMark x1="50000" y1="30751" x2="51852" y2="13680"/>
                        <a14:foregroundMark x1="52037" y1="32082" x2="57407" y2="9080"/>
                        <a14:foregroundMark x1="50000" y1="14528" x2="52222" y2="10048"/>
                        <a14:foregroundMark x1="82778" y1="55327" x2="64815" y2="74697"/>
                        <a14:foregroundMark x1="27593" y1="40557" x2="24444" y2="53148"/>
                        <a14:foregroundMark x1="24444" y1="53148" x2="37963" y2="70097"/>
                        <a14:foregroundMark x1="37963" y1="70097" x2="34630" y2="73245"/>
                        <a14:foregroundMark x1="26296" y1="54964" x2="22778" y2="72881"/>
                        <a14:foregroundMark x1="26667" y1="54722" x2="21481" y2="66223"/>
                        <a14:foregroundMark x1="21481" y1="66223" x2="21852" y2="73002"/>
                        <a14:foregroundMark x1="25556" y1="55690" x2="22593" y2="73002"/>
                        <a14:foregroundMark x1="26111" y1="51695" x2="22037" y2="60775"/>
                        <a14:foregroundMark x1="55741" y1="79419" x2="53519" y2="91889"/>
                        <a14:foregroundMark x1="53519" y1="91889" x2="55741" y2="84625"/>
                        <a14:foregroundMark x1="53704" y1="84504" x2="47593" y2="97337"/>
                        <a14:foregroundMark x1="47593" y1="97337" x2="46111" y2="92252"/>
                        <a14:foregroundMark x1="45000" y1="79782" x2="41111" y2="95884"/>
                        <a14:foregroundMark x1="41111" y1="95884" x2="40741" y2="93462"/>
                        <a14:foregroundMark x1="40556" y1="77119" x2="40926" y2="88862"/>
                        <a14:foregroundMark x1="40926" y1="88862" x2="38889" y2="93947"/>
                        <a14:foregroundMark x1="36852" y1="76029" x2="28148" y2="94673"/>
                        <a14:foregroundMark x1="33519" y1="83051" x2="30556" y2="94794"/>
                        <a14:foregroundMark x1="30556" y1="94794" x2="29815" y2="95521"/>
                        <a14:foregroundMark x1="32963" y1="80751" x2="31852" y2="90315"/>
                        <a14:foregroundMark x1="31852" y1="90315" x2="33704" y2="94431"/>
                        <a14:foregroundMark x1="52963" y1="78208" x2="56667" y2="97458"/>
                        <a14:foregroundMark x1="60370" y1="77845" x2="61667" y2="97215"/>
                        <a14:foregroundMark x1="62037" y1="76998" x2="59444" y2="98910"/>
                        <a14:foregroundMark x1="66883" y1="98305" x2="67037" y2="99153"/>
                        <a14:foregroundMark x1="62407" y1="73729" x2="65230" y2="89225"/>
                        <a14:foregroundMark x1="65090" y1="89412" x2="63333" y2="94915"/>
                        <a14:foregroundMark x1="67778" y1="80993" x2="65150" y2="89225"/>
                        <a14:foregroundMark x1="65556" y1="71308" x2="63704" y2="91646"/>
                        <a14:foregroundMark x1="67963" y1="66586" x2="66248" y2="86077"/>
                        <a14:foregroundMark x1="73333" y1="67797" x2="72492" y2="72173"/>
                        <a14:foregroundMark x1="75370" y1="69613" x2="75877" y2="72607"/>
                        <a14:foregroundMark x1="91667" y1="96886" x2="91667" y2="98547"/>
                        <a14:foregroundMark x1="50185" y1="11380" x2="44074" y2="30751"/>
                        <a14:foregroundMark x1="47037" y1="24576" x2="51481" y2="13317"/>
                        <a14:foregroundMark x1="51481" y1="13317" x2="57222" y2="10775"/>
                        <a14:foregroundMark x1="56296" y1="14286" x2="48889" y2="58596"/>
                        <a14:foregroundMark x1="89246" y1="96866" x2="89444" y2="97700"/>
                        <a14:foregroundMark x1="60926" y1="43462" x2="50185" y2="63438"/>
                        <a14:foregroundMark x1="58333" y1="46973" x2="58889" y2="68039"/>
                        <a14:foregroundMark x1="40741" y1="44673" x2="38889" y2="62954"/>
                        <a14:foregroundMark x1="38889" y1="62954" x2="47593" y2="89346"/>
                        <a14:foregroundMark x1="47593" y1="89346" x2="47593" y2="89346"/>
                        <a14:backgroundMark x1="13333" y1="41283" x2="10000" y2="61380"/>
                        <a14:backgroundMark x1="88148" y1="67676" x2="87593" y2="96852"/>
                        <a14:backgroundMark x1="87593" y1="96852" x2="87593" y2="96852"/>
                        <a14:backgroundMark x1="78704" y1="84625" x2="81481" y2="95642"/>
                        <a14:backgroundMark x1="81481" y1="95642" x2="81481" y2="95642"/>
                        <a14:backgroundMark x1="75926" y1="77482" x2="73148" y2="92010"/>
                        <a14:backgroundMark x1="75185" y1="72518" x2="69630" y2="90799"/>
                        <a14:backgroundMark x1="69815" y1="89225" x2="69815" y2="983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47" y="1130533"/>
            <a:ext cx="3744349" cy="5727467"/>
          </a:xfrm>
          <a:prstGeom prst="rect">
            <a:avLst/>
          </a:prstGeom>
        </p:spPr>
      </p:pic>
      <p:pic>
        <p:nvPicPr>
          <p:cNvPr id="19" name="Graphic 18" descr="Envelope">
            <a:extLst>
              <a:ext uri="{FF2B5EF4-FFF2-40B4-BE49-F238E27FC236}">
                <a16:creationId xmlns:a16="http://schemas.microsoft.com/office/drawing/2014/main" id="{06B02EC9-8442-B28B-AFE2-82E80D338D5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921318" y="3620574"/>
            <a:ext cx="529709" cy="52970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82BB1AD-290A-DC42-7AB9-DA7A2963E2C3}"/>
              </a:ext>
            </a:extLst>
          </p:cNvPr>
          <p:cNvSpPr txBox="1"/>
          <p:nvPr/>
        </p:nvSpPr>
        <p:spPr>
          <a:xfrm>
            <a:off x="8476078" y="3632980"/>
            <a:ext cx="222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/>
              <a:t>Muhtarrabdillah243@gmail.com</a:t>
            </a:r>
            <a:endParaRPr lang="en-ID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258859-490E-8301-6200-50CCFA96610F}"/>
              </a:ext>
            </a:extLst>
          </p:cNvPr>
          <p:cNvSpPr txBox="1"/>
          <p:nvPr/>
        </p:nvSpPr>
        <p:spPr>
          <a:xfrm>
            <a:off x="8186172" y="4884968"/>
            <a:ext cx="4109265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id-ID" sz="2800" b="1" dirty="0">
                <a:highlight>
                  <a:srgbClr val="C0C0C0"/>
                </a:highlight>
                <a:latin typeface="Bahnschrift Light" panose="020B0502040204020203" pitchFamily="34" charset="0"/>
              </a:rPr>
              <a:t>HUBUNGIN KAMI</a:t>
            </a:r>
            <a:endParaRPr lang="en-ID" sz="2800" b="1" dirty="0">
              <a:highlight>
                <a:srgbClr val="C0C0C0"/>
              </a:highlight>
              <a:latin typeface="Bahnschrift Light" panose="020B0502040204020203" pitchFamily="34" charset="0"/>
            </a:endParaRPr>
          </a:p>
        </p:txBody>
      </p:sp>
      <p:pic>
        <p:nvPicPr>
          <p:cNvPr id="23" name="Graphic 22" descr="Target Audience">
            <a:extLst>
              <a:ext uri="{FF2B5EF4-FFF2-40B4-BE49-F238E27FC236}">
                <a16:creationId xmlns:a16="http://schemas.microsoft.com/office/drawing/2014/main" id="{A1F26F42-5223-1A27-D331-ABAB830315A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55161" y="2003457"/>
            <a:ext cx="1209508" cy="120950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49901FC-55C7-787A-66F6-FAA005960F80}"/>
              </a:ext>
            </a:extLst>
          </p:cNvPr>
          <p:cNvSpPr/>
          <p:nvPr/>
        </p:nvSpPr>
        <p:spPr>
          <a:xfrm>
            <a:off x="7921317" y="2841778"/>
            <a:ext cx="2795577" cy="6633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2554CF-F7D2-9E15-1C9F-24D1EBE309DE}"/>
              </a:ext>
            </a:extLst>
          </p:cNvPr>
          <p:cNvSpPr/>
          <p:nvPr/>
        </p:nvSpPr>
        <p:spPr>
          <a:xfrm>
            <a:off x="7922876" y="3615989"/>
            <a:ext cx="2795577" cy="6633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C7412E-E0F0-A22E-C586-F5E3A9C94002}"/>
              </a:ext>
            </a:extLst>
          </p:cNvPr>
          <p:cNvSpPr txBox="1"/>
          <p:nvPr/>
        </p:nvSpPr>
        <p:spPr>
          <a:xfrm>
            <a:off x="1288577" y="1746246"/>
            <a:ext cx="3592151" cy="34163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id-ID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INGIN BERTANYA TENTANG INPOR BARANG DAN HARGA ?</a:t>
            </a:r>
          </a:p>
        </p:txBody>
      </p:sp>
      <p:sp>
        <p:nvSpPr>
          <p:cNvPr id="3" name="Rectangle 2">
            <a:hlinkClick r:id="rId21" action="ppaction://hlinksldjump"/>
            <a:extLst>
              <a:ext uri="{FF2B5EF4-FFF2-40B4-BE49-F238E27FC236}">
                <a16:creationId xmlns:a16="http://schemas.microsoft.com/office/drawing/2014/main" id="{1E9E3A61-9A14-F73A-5F68-12B568F66072}"/>
              </a:ext>
            </a:extLst>
          </p:cNvPr>
          <p:cNvSpPr/>
          <p:nvPr/>
        </p:nvSpPr>
        <p:spPr>
          <a:xfrm>
            <a:off x="6975911" y="304799"/>
            <a:ext cx="766310" cy="2939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hlinkClick r:id="rId22" action="ppaction://hlinksldjump"/>
            <a:extLst>
              <a:ext uri="{FF2B5EF4-FFF2-40B4-BE49-F238E27FC236}">
                <a16:creationId xmlns:a16="http://schemas.microsoft.com/office/drawing/2014/main" id="{4E74FF4D-48C8-4995-1451-9C9455503683}"/>
              </a:ext>
            </a:extLst>
          </p:cNvPr>
          <p:cNvSpPr/>
          <p:nvPr/>
        </p:nvSpPr>
        <p:spPr>
          <a:xfrm>
            <a:off x="10549055" y="304799"/>
            <a:ext cx="1064014" cy="2904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hlinkClick r:id="rId23" action="ppaction://hlinksldjump"/>
            <a:extLst>
              <a:ext uri="{FF2B5EF4-FFF2-40B4-BE49-F238E27FC236}">
                <a16:creationId xmlns:a16="http://schemas.microsoft.com/office/drawing/2014/main" id="{CC747BD4-22F0-864E-9A2F-555A51114C14}"/>
              </a:ext>
            </a:extLst>
          </p:cNvPr>
          <p:cNvSpPr/>
          <p:nvPr/>
        </p:nvSpPr>
        <p:spPr>
          <a:xfrm>
            <a:off x="9277380" y="304799"/>
            <a:ext cx="1029225" cy="276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hlinkClick r:id="rId24" action="ppaction://hlinksldjump"/>
            <a:extLst>
              <a:ext uri="{FF2B5EF4-FFF2-40B4-BE49-F238E27FC236}">
                <a16:creationId xmlns:a16="http://schemas.microsoft.com/office/drawing/2014/main" id="{6DF34080-37D1-6329-393A-A56BEEDDD3FD}"/>
              </a:ext>
            </a:extLst>
          </p:cNvPr>
          <p:cNvSpPr/>
          <p:nvPr/>
        </p:nvSpPr>
        <p:spPr>
          <a:xfrm>
            <a:off x="7984671" y="304799"/>
            <a:ext cx="995950" cy="349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3290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9B9517C-3507-4461-97E0-91F1D8D21D44"/>
  <p:tag name="ISPRING_CMI5_LAUNCH_METHOD" val="any window"/>
  <p:tag name="ISPRING_SCORM_REPORT_STATUS" val="0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-SUITE_ISPRING_CURRENT_GRADING_VERSION" val="v2"/>
  <p:tag name="ISPRING_PRESENTATION_TITLE" val="Presentation3"/>
  <p:tag name="ISPRING_FIRST_PUBLISH" val="1"/>
  <p:tag name="ISPRING-SUITE_ISPRING_GRADING_SETTINGS_V2" val="{&quot;alternatives&quot;:[{&quot;slides&quot;:{&quot;slides_to_view&quot;:{&quot;percent&quot;:100},&quot;group_id&quot;:&quot;all slides&quot;},&quot;name&quot;:&quot;&quot;}]}"/>
  <p:tag name="ISPRING-SUITE_ISPRING_PLAYERS_CUSTOMIZATION_2" val="{&quot;none&quot;:{&quot;skinSettings&quot;:{&quot;borderRadius&quot;:4,&quot;colors&quot;:{&quot;asideBackground&quot;:{&quot;color&quot;:&quot;#FFFFFF&quot;,&quot;opacity&quot;:1,&quot;type&quot;:&quot;SOLID&quot;},&quot;pageBackground&quot;:{&quot;color&quot;:&quot;#DCDEE0&quot;,&quot;opacity&quot;:1,&quot;type&quot;:&quot;SOLID&quot;},&quot;playerText&quot;:{&quot;color&quot;:&quot;#34383D&quot;,&quot;opacity&quot;:1,&quot;type&quot;:&quot;SOLID&quot;},&quot;primaryButtonBackground&quot;:{&quot;color&quot;:&quot;#5F8BD9&quot;,&quot;opacity&quot;:1,&quot;type&quot;:&quot;SOLID&quot;},&quot;primaryButtonBackgroundHover&quot;:{&quot;color&quot;:&quot;#5077BB&quot;,&quot;opacity&quot;:1,&quot;type&quot;:&quot;SOLID&quot;},&quot;primaryButtonBorder&quot;:{&quot;color&quot;:&quot;#5F8BD9&quot;,&quot;opacity&quot;:1,&quot;type&quot;:&quot;SOLID&quot;},&quot;primaryButtonBorderHover&quot;:{&quot;color&quot;:&quot;#5077BB&quot;,&quot;opacity&quot;:1,&quot;type&quot;:&quot;SOLID&quot;},&quot;primaryButtonText&quot;:{&quot;color&quot;:&quot;#FFFFFF&quot;,&quot;opacity&quot;:1,&quot;type&quot;:&quot;SOLID&quot;},&quot;primaryButtonTextHover&quot;:{&quot;color&quot;:&quot;#FFFFFF&quot;,&quot;opacity&quot;:1,&quot;type&quot;:&quot;SOLID&quot;}},&quot;enablePlaybackRateControl&quot;:true,&quot;fontFamily&quot;:&quot;Arial&quot;,&quot;rotatePromptEnabled&quot;:false,&quot;version&quot;:&quot;1.4&quot;},&quot;skinMessages&quot;:{&quot;PB_ACCESSIBLE_ARIA_LABEL_BACK_TO_BEGIN&quot;:&quot;Go to the beginning of the slide&quot;,&quot;PB_ACCESSIBLE_ARIA_LABEL_BOTTOM_PANEL&quot;:&quot;Bottom Bar&quot;,&quot;PB_ACCESSIBLE_ARIA_LABEL_NAVIGATION_BUTTONS&quot;:&quot;Navigation buttons&quot;,&quot;PB_ACCESSIBLE_ARIA_LABEL_SETTINGS&quot;:&quot;Accessibility Settings&quot;,&quot;PB_ACCESSIBLE_ARIA_LABEL_SLIDE&quot;:&quot;Slide&quot;,&quot;PB_ACCESSIBLE_ARIA_LABEL_TOP_PANEL&quot;:&quot;Top Bar&quot;,&quot;PB_ACCESSIBLE_AUDIO_NARRATION_LABEL&quot;:&quot;Audio narration&quot;,&quot;PB_ACCESSIBLE_AUDIO_SUBTITLES_LABEL&quot;:&quot;Closed Captions&quot;,&quot;PB_ACCESSIBLE_NAVIGATION_NEXT_BUTTON&quot;:&quot;Next&quot;,&quot;PB_ACCESSIBLE_NAVIGATION_PREV_BUTTON&quot;:&quot;Previous&quot;,&quot;PB_ACCESSIBLE_PLAYER_SCENARIO_NOT_SUPPORTED&quot;:&quot;The role-play is not supported in the accessibility mode&quot;,&quot;PB_ACCESSIBLE_SKIN_ENABLE_ACCESSIBILITY_MODE&quot;:&quot;Turn on accessibility mode&quot;,&quot;PB_ACCESSIBLE_SKIN_ENABLE_NORMAL_MODE&quot;:&quot;Turn off accessibility mode&quot;,&quot;PB_ACCESSIBLE_SKIN_PRESENTER_PHOTO&quot;:&quot;Presenter photo&quot;,&quot;PB_ACCESSIBLE_SLIDE_N_OF_COUNT&quot;:&quot;Slide %SLIDE_NUMBER% of %TOTAL_SLIDES%&quot;,&quot;PB_ACCESSIBLE_VIDEO_NARRATION_LABEL&quot;:&quot;Video narration&quot;,&quot;PB_ACCESSIBLE_WATERMARK_SKIN_CREATED_WITH&quot;:&quot;Created with iSpring evaluation version&quot;,&quot;PB_BACK_TO_APP_BUTTON_LABEL&quot;:&quot;Go back&quot;,&quot;PB_CONTROL_PANEL_NEXT&quot;:&quot;Next&quot;,&quot;PB_CONTROL_PANEL_PREV&quot;:&quot;&quot;,&quot;PB_CURRENT_SLIDE_IS_NOT_COMPLETED&quot;:&quot;Complete the slide to go to the next one.&quot;,&quot;PB_DOMAIN_RESTRICTION&quot;:&quot;Sorry, the content author has prohibited sharing the presentation on this domain.&quot;,&quot;PB_ENTER_PASSWORD&quot;:&quot;Enter the password to view this presentation.&quot;,&quot;PB_INCORRECT_PASSWORD&quot;:&quot;Incorrect password.&quot;,&quot;PB_INTERACTION_SLIDE_WINDOW_TEXT&quot;:&quot;To advance to the next slide, complete this interaction.&quot;,&quot;PB_MESSAGE_BOX_NO&quot;:&quot;No&quot;,&quot;PB_MESSAGE_BOX_OK&quot;:&quot;OK&quot;,&quot;PB_MESSAGE_BOX_YES&quot;:&quot;Yes&quot;,&quot;PB_NAVIGATION_IS_RESTRICTED&quot;:&quot;You can only view slides in order.&quot;,&quot;PB_NAVIGATION_IS_SEQUENTIAL&quot;:&quot;You can only view slides in order.&quot;,&quot;PB_PLAYBACK_RATE_MENU_CAPTION&quot;:&quot;Speed&quot;,&quot;PB_POPUP_ROTATE_SCREEN_PROMPT_LANDSCAPE&quot;:&quot;Rotate your device to landscape mode&quot;,&quot;PB_POPUP_ROTATE_SCREEN_PROMPT_PORTRAIT&quot;:&quot;Rotate your device to the portrait mode&quot;,&quot;PB_PRECEDING_QUIZ_FAILED_WINDOW_TEXT&quot;:&quot;You haven't passed the quiz on slide %SLIDE_INDEX% and can't advance to the next slide.&quot;,&quot;PB_PRECEDING_QUIZ_NOT_COMPLETED_WINDOW_TEXT&quot;:&quot;To advance to this slide, complete the quiz on slide %SLIDE_INDEX%.&quot;,&quot;PB_PRECEDING_QUIZ_NOT_PASSED_WINDOW_TEXT&quot;:&quot;To advance to this slide, you need to pass the quiz on slide %SLIDE_INDEX%.&quot;,&quot;PB_PRECEDING_SCENARIO_FAILED_WINDOW_TEXT&quot;:&quot;You haven't passed the role-play on slide %SLIDE_INDEX% and can't advance to the next slide.&quot;,&quot;PB_PRECEDING_SCENARIO_NOT_COMPLETED_WINDOW_TEXT&quot;:&quot;To advance to this slide, complete the role-play on slide %SLIDE_INDEX%.&quot;,&quot;PB_PRECEDING_SCENARIO_NOT_PASSED_WINDOW_TEXT&quot;:&quot;To advance to this slide, you need to pass the role-play on slide %SLIDE_INDEX%.&quot;,&quot;PB_QUIZ_SLIDE_WINDOW_TEXT&quot;:&quot;To advance to the next slide, complete this quiz.&quot;,&quot;PB_RESTRICTION_MESSAGE_BOX_TITLE&quot;:&quot;Navigation is limited&quot;,&quot;PB_RESUME_PRESENTATION_WINDOW_TEXT&quot;:&quot;Do you want to resume where you left off?&quot;,&quot;PB_RESUME_PRESENTATION_WINDOW_TITLE&quot;:&quot;Resume Presentation&quot;,&quot;PB_SCENARIO_SLIDE_WINDOW_TEXT&quot;:&quot;To advance to the next slide, complete this role-play.&quot;,&quot;PB_SUBTITLES_MENU_CAPTION&quot;:&quot;Subtitles&quot;,&quot;PB_SUBTITLES_OFF&quot;:&quot;Off&quot;,&quot;PB_TIME_RESTRICTION&quot;:&quot;Sorry, the content author has prohibited viewing the presentation at this time.&quot;},&quot;playbackAndNavigationSettings&quot;:{&quot;autoStart&quot;:true,&quot;saveAnimationStates&quot;:true,&quot;loopPresentation&quot;:false,&quot;autoPlayAnimations&quot;:false,&quot;autoPlayAnimationsTime&quot;:1,&quot;navigationType&quot;:&quot;FREE&quot;,&quot;resumeMode&quot;:&quot;PROMPT&quot;,&quot;enableKeyboardNavigation&quot;:true},&quot;keyboardSettings&quot;:&quot;&quot;,&quot;skinVersion&quot;:5,&quot;skinCompatibleVersion&quot;:0,&quot;publishSettings&quot;:{&quot;backgroundColor&quot;:&quot;#DCDEE0&quot;,&quot;playerDimensions&quot;:{&quot;height&quot;:0,&quot;width&quot;:0},&quot;playerModule&quot;:&quot;NoneHtml&quot;,&quot;presentationContent&quot;:{&quot;resources&quot;:{&quot;attachments&quot;:false,&quot;fonts&quot;:[{&quot;charsets&quot;:{&quot;dynamicFormatted&quot;:[&quot;DCT_INTERACTIVITY_TEXT&quot;,&quot;DCT_INTERACTIVITY_SEMIBOLD_TEXT&quot;],&quot;dynamicPlain&quot;:[&quot;DCT_HYPERLINK_TOOLTIP&quot;],&quot;static&quot;:[&quot;Next&quot;,&quot;0123456789.,x&quot;,&quot;Speed&quot;,&quot;Yes&quot;,&quot;No&quot;,&quot;OK&quot;,&quot;Do you want to resume where you left off?&quot;,&quot;Rotate your device to the portrait mode&quot;,&quot;Rotate your device to landscape mode&quot;,&quot;Complete the slide to go to the next one.&quot;,&quot;You can only view slides in order.&quot;,&quot;To advance to the next slide, complete this quiz.&quot;,&quot;To advance to this slide, you need to pass the quiz on slide %SLIDE_INDEX%.&quot;,&quot;To advance to this slide, complete the quiz on slide %SLIDE_INDEX%.&quot;,&quot;You haven't passed the quiz on slide %SLIDE_INDEX% and can't advance to the next slide.&quot;,&quot;To advance to the next slide, complete this interaction.&quot;,&quot;To advance to the next slide, complete this role-play.&quot;,&quot;To advance to this slide, you need to pass the role-play on slide %SLIDE_INDEX%.&quot;,&quot;To advance to this slide, complete the role-play on slide %SLIDE_INDEX%.&quot;,&quot;You haven't passed the role-play on slide %SLIDE_INDEX% and can't advance to the next slide.&quot;,&quot;Enter the password to view this presentation.&quot;,&quot;Incorrect password.&quot;,&quot;Sorry, the content author has prohibited sharing the presentation on this domain.&quot;,&quot;Sorry, the content author has prohibited viewing the presentation at this time.&quot;,&quot;Go back&quot;]},&quot;embedName&quot;:&quot;nPFn&quot;,&quot;fontFamily&quot;:&quot;Arial&quot;,&quot;isBold&quot;:false,&quot;isItalic&quot;:fals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Next&quot;,&quot;0123456789.,x&quot;,&quot;Speed&quot;,&quot;Yes&quot;,&quot;No&quot;,&quot;OK&quot;,&quot;Do you want to resume where you left off?&quot;,&quot;Rotate your device to the portrait mode&quot;,&quot;Rotate your device to landscape mode&quot;,&quot;Complete the slide to go to the next one.&quot;,&quot;You can only view slides in order.&quot;,&quot;To advance to the next slide, complete this quiz.&quot;,&quot;To advance to this slide, you need to pass the quiz on slide %SLIDE_INDEX%.&quot;,&quot;To advance to this slide, complete the quiz on slide %SLIDE_INDEX%.&quot;,&quot;You haven't passed the quiz on slide %SLIDE_INDEX% and can't advance to the next slide.&quot;,&quot;To advance to the next slide, complete this interaction.&quot;,&quot;To advance to the next slide, complete this role-play.&quot;,&quot;To advance to this slide, you need to pass the role-play on slide %SLIDE_INDEX%.&quot;,&quot;To advance to this slide, complete the role-play on slide %SLIDE_INDEX%.&quot;,&quot;You haven't passed the role-play on slide %SLIDE_INDEX% and can't advance to the next slide.&quot;,&quot;Enter the password to view this presentation.&quot;,&quot;Incorrect password.&quot;,&quot;Sorry, the content author has prohibited sharing the presentation on this domain.&quot;,&quot;Sorry, the content author has prohibited viewing the presentation at this time.&quot;,&quot;Go back&quot;]},&quot;embedName&quot;:&quot;nPFnb&quot;,&quot;fontFamily&quot;:&quot;Arial&quot;,&quot;isBold&quot;:true,&quot;isItalic&quot;:fals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Next&quot;,&quot;0123456789.,x&quot;,&quot;Speed&quot;,&quot;Yes&quot;,&quot;No&quot;,&quot;OK&quot;,&quot;Do you want to resume where you left off?&quot;,&quot;Rotate your device to the portrait mode&quot;,&quot;Rotate your device to landscape mode&quot;,&quot;Complete the slide to go to the next one.&quot;,&quot;You can only view slides in order.&quot;,&quot;To advance to the next slide, complete this quiz.&quot;,&quot;To advance to this slide, you need to pass the quiz on slide %SLIDE_INDEX%.&quot;,&quot;To advance to this slide, complete the quiz on slide %SLIDE_INDEX%.&quot;,&quot;You haven't passed the quiz on slide %SLIDE_INDEX% and can't advance to the next slide.&quot;,&quot;To advance to the next slide, complete this interaction.&quot;,&quot;To advance to the next slide, complete this role-play.&quot;,&quot;To advance to this slide, you need to pass the role-play on slide %SLIDE_INDEX%.&quot;,&quot;To advance to this slide, complete the role-play on slide %SLIDE_INDEX%.&quot;,&quot;You haven't passed the role-play on slide %SLIDE_INDEX% and can't advance to the next slide.&quot;,&quot;Enter the password to view this presentation.&quot;,&quot;Incorrect password.&quot;,&quot;Sorry, the content author has prohibited sharing the presentation on this domain.&quot;,&quot;Sorry, the content author has prohibited viewing the presentation at this time.&quot;,&quot;Go back&quot;]},&quot;embedName&quot;:&quot;nPFni&quot;,&quot;fontFamily&quot;:&quot;Arial&quot;,&quot;isBold&quot;:false,&quot;isItalic&quot;:tru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Next&quot;,&quot;0123456789.,x&quot;,&quot;Speed&quot;,&quot;Yes&quot;,&quot;No&quot;,&quot;OK&quot;,&quot;Do you want to resume where you left off?&quot;,&quot;Rotate your device to the portrait mode&quot;,&quot;Rotate your device to landscape mode&quot;,&quot;Complete the slide to go to the next one.&quot;,&quot;You can only view slides in order.&quot;,&quot;To advance to the next slide, complete this quiz.&quot;,&quot;To advance to this slide, you need to pass the quiz on slide %SLIDE_INDEX%.&quot;,&quot;To advance to this slide, complete the quiz on slide %SLIDE_INDEX%.&quot;,&quot;You haven't passed the quiz on slide %SLIDE_INDEX% and can't advance to the next slide.&quot;,&quot;To advance to the next slide, complete this interaction.&quot;,&quot;To advance to the next slide, complete this role-play.&quot;,&quot;To advance to this slide, you need to pass the role-play on slide %SLIDE_INDEX%.&quot;,&quot;To advance to this slide, complete the role-play on slide %SLIDE_INDEX%.&quot;,&quot;You haven't passed the role-play on slide %SLIDE_INDEX% and can't advance to the next slide.&quot;,&quot;Enter the password to view this presentation.&quot;,&quot;Incorrect password.&quot;,&quot;Sorry, the content author has prohibited sharing the presentation on this domain.&quot;,&quot;Sorry, the content author has prohibited viewing the presentation at this time.&quot;,&quot;Go back&quot;]},&quot;embedName&quot;:&quot;nPFnbi&quot;,&quot;fontFamily&quot;:&quot;Arial&quot;,&quot;isBold&quot;:true,&quot;isItalic&quot;:tru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Next&quot;,&quot;0123456789.,x&quot;,&quot;Speed&quot;,&quot;Yes&quot;,&quot;No&quot;,&quot;OK&quot;,&quot;Do you want to resume where you left off?&quot;,&quot;Rotate your device to the portrait mode&quot;,&quot;Rotate your device to landscape mode&quot;,&quot;Complete the slide to go to the next one.&quot;,&quot;You can only view slides in order.&quot;,&quot;To advance to the next slide, complete this quiz.&quot;,&quot;To advance to this slide, you need to pass the quiz on slide %SLIDE_INDEX%.&quot;,&quot;To advance to this slide, complete the quiz on slide %SLIDE_INDEX%.&quot;,&quot;You haven't passed the quiz on slide %SLIDE_INDEX% and can't advance to the next slide.&quot;,&quot;To advance to the next slide, complete this interaction.&quot;,&quot;To advance to the next slide, complete this role-play.&quot;,&quot;To advance to this slide, you need to pass the role-play on slide %SLIDE_INDEX%.&quot;,&quot;To advance to this slide, complete the role-play on slide %SLIDE_INDEX%.&quot;,&quot;You haven't passed the role-play on slide %SLIDE_INDEX% and can't advance to the next slide.&quot;,&quot;Enter the password to view this presentation.&quot;,&quot;Incorrect password.&quot;,&quot;Sorry, the content author has prohibited sharing the presentation on this domain.&quot;,&quot;Sorry, the content author has prohibited viewing the presentation at this time.&quot;,&quot;Go back&quot;]},&quot;embedName&quot;:&quot;nPFnsb&quot;,&quot;fontFamily&quot;:&quot;Arial&quot;,&quot;isBold&quot;:false,&quot;isItalic&quot;:false,&quot;isSemibold&quot;:true,&quot;substituteFontFamily&quot;:&quot;Arial&quot;},{&quot;charsets&quot;:{&quot;dynamicFormatted&quot;:[&quot;DCT_INTERACTIVITY_TEXT&quot;,&quot;DCT_INTERACTIVITY_SEMIBOLD_TEXT&quot;],&quot;dynamicPlain&quot;:[&quot;DCT_HYPERLINK_TOOLTIP&quot;],&quot;static&quot;:[&quot;Next&quot;,&quot;0123456789.,x&quot;,&quot;Speed&quot;,&quot;Yes&quot;,&quot;No&quot;,&quot;OK&quot;,&quot;Do you want to resume where you left off?&quot;,&quot;Rotate your device to the portrait mode&quot;,&quot;Rotate your device to landscape mode&quot;,&quot;Complete the slide to go to the next one.&quot;,&quot;You can only view slides in order.&quot;,&quot;To advance to the next slide, complete this quiz.&quot;,&quot;To advance to this slide, you need to pass the quiz on slide %SLIDE_INDEX%.&quot;,&quot;To advance to this slide, complete the quiz on slide %SLIDE_INDEX%.&quot;,&quot;You haven't passed the quiz on slide %SLIDE_INDEX% and can't advance to the next slide.&quot;,&quot;To advance to the next slide, complete this interaction.&quot;,&quot;To advance to the next slide, complete this role-play.&quot;,&quot;To advance to this slide, you need to pass the role-play on slide %SLIDE_INDEX%.&quot;,&quot;To advance to this slide, complete the role-play on slide %SLIDE_INDEX%.&quot;,&quot;You haven't passed the role-play on slide %SLIDE_INDEX% and can't advance to the next slide.&quot;,&quot;Enter the password to view this presentation.&quot;,&quot;Incorrect password.&quot;,&quot;Sorry, the content author has prohibited sharing the presentation on this domain.&quot;,&quot;Sorry, the content author has prohibited viewing the presentation at this time.&quot;,&quot;Go back&quot;]},&quot;embedName&quot;:&quot;nPFnsbi&quot;,&quot;fontFamily&quot;:&quot;Arial&quot;,&quot;isBold&quot;:false,&quot;isItalic&quot;:true,&quot;isSemibold&quot;:true,&quot;substituteFontFamily&quot;:&quot;Arial&quot;}],&quot;interactivity&quot;:{&quot;fullSupport&quot;:true}}}},&quot;ceipData&quot;:{&quot;playerMessages&quot;:&quot;builtin.en&quot;,&quot;playerNavigationAcceleration&quot;:true,&quot;playerNavigationAutoStart&quot;:true,&quot;playerNavigationEnableKeyboardNavigation&quot;:true,&quot;playerNavigationOnRestart&quot;:&quot;prompt&quot;,&quot;playerNavigationSaveAnimationStates&quot;:true,&quot;playerNavigationType&quot;:&quot;free&quot;,&quot;playerTheme&quot;:&quot;custom&quot;,&quot;playerThemeBorderRadius&quot;:4,&quot;playerThemeColorScheme&quot;:&quot;builtin.lightBlue&quot;,&quot;playerThemeFont&quot;:&quot;Arial&quot;}}}"/>
  <p:tag name="ISPRING-SUITE_ISPRING_CURRENT_PLAYER_ID" val="none"/>
  <p:tag name="ISPRING_PRESENTATION_COURSE_TITLE" val="Presentation3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non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ORIGINAL_SIZE&quot;},&quot;accessibilitySettings&quot;:{&quot;enabled&quot;:&quot;T_FALSE&quot;,&quot;language&quot;:&quot;EN&quot;,&quot;invertReadingOrder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0&quot;,&quot;uploadSources&quot;:true}}"/>
  <p:tag name="ISPRING_OUTPUT_FOLDER" val="[[&quot;\uFFFDBE\uFFFD{B2E09D0A-ECE4-458E-B818-C1AF4DD656B7}&quot;,&quot;C:\\Users\\ThinkPad\\Documents&quot;]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2E43FF2-39D5-4B67-B22A-E7F35B83F20E}:26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494B125-D27F-4CFC-A5BF-33B8BCCFED32}:25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F92085B-0D94-48D3-9791-35939F61A5EE}:26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94CDB5E-AC2F-423B-B04B-549B1173A226}:26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329E88C-A9E2-442C-8F23-B628CE1BD6F3}:26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D2B062C-ACED-4944-B1BF-92DFCB387797}:25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2035</TotalTime>
  <Words>410</Words>
  <Application>Microsoft Office PowerPoint</Application>
  <PresentationFormat>Widescreen</PresentationFormat>
  <Paragraphs>59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Arial Black</vt:lpstr>
      <vt:lpstr>Bahnschrift</vt:lpstr>
      <vt:lpstr>Bahnschrift Light</vt:lpstr>
      <vt:lpstr>Bahnschrift Light Condensed</vt:lpstr>
      <vt:lpstr>Bahnschrift SemiBold Condensed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Presentation3</dc:title>
  <dc:creator>ThinkPad</dc:creator>
  <cp:lastModifiedBy>ThinkPad</cp:lastModifiedBy>
  <cp:revision>23</cp:revision>
  <dcterms:created xsi:type="dcterms:W3CDTF">2025-12-11T14:19:12Z</dcterms:created>
  <dcterms:modified xsi:type="dcterms:W3CDTF">2025-12-25T15:05:15Z</dcterms:modified>
</cp:coreProperties>
</file>